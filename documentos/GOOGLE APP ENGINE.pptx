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8"/>
  </p:notesMasterIdLst>
  <p:sldIdLst>
    <p:sldId id="256" r:id="rId2"/>
    <p:sldId id="259" r:id="rId3"/>
    <p:sldId id="260" r:id="rId4"/>
    <p:sldId id="266" r:id="rId5"/>
    <p:sldId id="261" r:id="rId6"/>
    <p:sldId id="269" r:id="rId7"/>
  </p:sldIdLst>
  <p:sldSz cx="9144000" cy="5143500" type="screen16x9"/>
  <p:notesSz cx="6858000" cy="9144000"/>
  <p:embeddedFontLst>
    <p:embeddedFont>
      <p:font typeface="Exo 2" panose="020B0604020202020204" charset="0"/>
      <p:regular r:id="rId9"/>
      <p:bold r:id="rId10"/>
      <p:italic r:id="rId11"/>
      <p:boldItalic r:id="rId12"/>
    </p:embeddedFont>
    <p:embeddedFont>
      <p:font typeface="Fira Sans Extra Condensed Medium" panose="020B0604020202020204" charset="0"/>
      <p:regular r:id="rId13"/>
      <p:bold r:id="rId14"/>
      <p:italic r:id="rId15"/>
      <p:boldItalic r:id="rId16"/>
    </p:embeddedFont>
    <p:embeddedFont>
      <p:font typeface="Roboto" panose="02000000000000000000" pitchFamily="2" charset="0"/>
      <p:regular r:id="rId17"/>
      <p:bold r:id="rId18"/>
      <p:italic r:id="rId19"/>
      <p:boldItalic r:id="rId20"/>
    </p:embeddedFont>
    <p:embeddedFont>
      <p:font typeface="Roboto Condensed Light" panose="02000000000000000000" pitchFamily="2" charset="0"/>
      <p:regular r:id="rId21"/>
      <p:bold r:id="rId22"/>
      <p:italic r:id="rId23"/>
      <p:boldItalic r:id="rId24"/>
    </p:embeddedFont>
    <p:embeddedFont>
      <p:font typeface="Squada One" panose="020B0604020202020204" charset="0"/>
      <p:regular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D3BEB88-3F02-4E3A-ABDC-64B6AD25A008}">
  <a:tblStyle styleId="{8D3BEB88-3F02-4E3A-ABDC-64B6AD25A00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81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5.fntdata"/><Relationship Id="rId18" Type="http://schemas.openxmlformats.org/officeDocument/2006/relationships/font" Target="fonts/font10.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13.fntdata"/><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font" Target="fonts/font9.fntdata"/><Relationship Id="rId25" Type="http://schemas.openxmlformats.org/officeDocument/2006/relationships/font" Target="fonts/font17.fntdata"/><Relationship Id="rId2" Type="http://schemas.openxmlformats.org/officeDocument/2006/relationships/slide" Target="slides/slide1.xml"/><Relationship Id="rId16" Type="http://schemas.openxmlformats.org/officeDocument/2006/relationships/font" Target="fonts/font8.fntdata"/><Relationship Id="rId20" Type="http://schemas.openxmlformats.org/officeDocument/2006/relationships/font" Target="fonts/font12.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24" Type="http://schemas.openxmlformats.org/officeDocument/2006/relationships/font" Target="fonts/font16.fntdata"/><Relationship Id="rId5" Type="http://schemas.openxmlformats.org/officeDocument/2006/relationships/slide" Target="slides/slide4.xml"/><Relationship Id="rId15" Type="http://schemas.openxmlformats.org/officeDocument/2006/relationships/font" Target="fonts/font7.fntdata"/><Relationship Id="rId23" Type="http://schemas.openxmlformats.org/officeDocument/2006/relationships/font" Target="fonts/font15.fntdata"/><Relationship Id="rId28" Type="http://schemas.openxmlformats.org/officeDocument/2006/relationships/theme" Target="theme/theme1.xml"/><Relationship Id="rId10" Type="http://schemas.openxmlformats.org/officeDocument/2006/relationships/font" Target="fonts/font2.fntdata"/><Relationship Id="rId19"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 Id="rId22" Type="http://schemas.openxmlformats.org/officeDocument/2006/relationships/font" Target="fonts/font14.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58d3b44f0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58d3b44f0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5465e7bc0b_1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5465e7bc0b_1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419515fe0b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1" name="Google Shape;271;g419515fe0b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41abfbaf28_3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41abfbaf28_3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58d3b44f08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5" name="Google Shape;375;g58d3b44f08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Opening slide">
  <p:cSld name="CUSTOM_7">
    <p:bg>
      <p:bgPr>
        <a:blipFill>
          <a:blip r:embed="rId2">
            <a:alphaModFix/>
          </a:blip>
          <a:stretch>
            <a:fillRect/>
          </a:stretch>
        </a:blip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135981" y="1393699"/>
            <a:ext cx="6886800" cy="1782300"/>
          </a:xfrm>
          <a:prstGeom prst="rect">
            <a:avLst/>
          </a:prstGeom>
        </p:spPr>
        <p:txBody>
          <a:bodyPr spcFirstLastPara="1" wrap="square" lIns="91425" tIns="91425" rIns="91425" bIns="91425" anchor="b" anchorCtr="0">
            <a:noAutofit/>
          </a:bodyPr>
          <a:lstStyle>
            <a:lvl1pPr lvl="0" algn="r" rtl="0">
              <a:spcBef>
                <a:spcPts val="0"/>
              </a:spcBef>
              <a:spcAft>
                <a:spcPts val="0"/>
              </a:spcAft>
              <a:buClr>
                <a:schemeClr val="dk2"/>
              </a:buClr>
              <a:buSzPts val="6000"/>
              <a:buNone/>
              <a:defRPr sz="4800">
                <a:solidFill>
                  <a:schemeClr val="dk2"/>
                </a:solidFill>
              </a:defRPr>
            </a:lvl1pPr>
            <a:lvl2pPr lvl="1" rtl="0">
              <a:spcBef>
                <a:spcPts val="0"/>
              </a:spcBef>
              <a:spcAft>
                <a:spcPts val="0"/>
              </a:spcAft>
              <a:buClr>
                <a:schemeClr val="dk2"/>
              </a:buClr>
              <a:buSzPts val="5200"/>
              <a:buNone/>
              <a:defRPr sz="5200">
                <a:solidFill>
                  <a:schemeClr val="dk2"/>
                </a:solidFill>
              </a:defRPr>
            </a:lvl2pPr>
            <a:lvl3pPr lvl="2" rtl="0">
              <a:spcBef>
                <a:spcPts val="0"/>
              </a:spcBef>
              <a:spcAft>
                <a:spcPts val="0"/>
              </a:spcAft>
              <a:buClr>
                <a:schemeClr val="dk2"/>
              </a:buClr>
              <a:buSzPts val="5200"/>
              <a:buNone/>
              <a:defRPr sz="5200">
                <a:solidFill>
                  <a:schemeClr val="dk2"/>
                </a:solidFill>
              </a:defRPr>
            </a:lvl3pPr>
            <a:lvl4pPr lvl="3" rtl="0">
              <a:spcBef>
                <a:spcPts val="0"/>
              </a:spcBef>
              <a:spcAft>
                <a:spcPts val="0"/>
              </a:spcAft>
              <a:buClr>
                <a:schemeClr val="dk2"/>
              </a:buClr>
              <a:buSzPts val="5200"/>
              <a:buNone/>
              <a:defRPr sz="5200">
                <a:solidFill>
                  <a:schemeClr val="dk2"/>
                </a:solidFill>
              </a:defRPr>
            </a:lvl4pPr>
            <a:lvl5pPr lvl="4" rtl="0">
              <a:spcBef>
                <a:spcPts val="0"/>
              </a:spcBef>
              <a:spcAft>
                <a:spcPts val="0"/>
              </a:spcAft>
              <a:buClr>
                <a:schemeClr val="dk2"/>
              </a:buClr>
              <a:buSzPts val="5200"/>
              <a:buNone/>
              <a:defRPr sz="5200">
                <a:solidFill>
                  <a:schemeClr val="dk2"/>
                </a:solidFill>
              </a:defRPr>
            </a:lvl5pPr>
            <a:lvl6pPr lvl="5" rtl="0">
              <a:spcBef>
                <a:spcPts val="0"/>
              </a:spcBef>
              <a:spcAft>
                <a:spcPts val="0"/>
              </a:spcAft>
              <a:buClr>
                <a:schemeClr val="dk2"/>
              </a:buClr>
              <a:buSzPts val="5200"/>
              <a:buNone/>
              <a:defRPr sz="5200">
                <a:solidFill>
                  <a:schemeClr val="dk2"/>
                </a:solidFill>
              </a:defRPr>
            </a:lvl6pPr>
            <a:lvl7pPr lvl="6" rtl="0">
              <a:spcBef>
                <a:spcPts val="0"/>
              </a:spcBef>
              <a:spcAft>
                <a:spcPts val="0"/>
              </a:spcAft>
              <a:buClr>
                <a:schemeClr val="dk2"/>
              </a:buClr>
              <a:buSzPts val="5200"/>
              <a:buNone/>
              <a:defRPr sz="5200">
                <a:solidFill>
                  <a:schemeClr val="dk2"/>
                </a:solidFill>
              </a:defRPr>
            </a:lvl7pPr>
            <a:lvl8pPr lvl="7" rtl="0">
              <a:spcBef>
                <a:spcPts val="0"/>
              </a:spcBef>
              <a:spcAft>
                <a:spcPts val="0"/>
              </a:spcAft>
              <a:buClr>
                <a:schemeClr val="dk2"/>
              </a:buClr>
              <a:buSzPts val="5200"/>
              <a:buNone/>
              <a:defRPr sz="5200">
                <a:solidFill>
                  <a:schemeClr val="dk2"/>
                </a:solidFill>
              </a:defRPr>
            </a:lvl8pPr>
            <a:lvl9pPr lvl="8" rtl="0">
              <a:spcBef>
                <a:spcPts val="0"/>
              </a:spcBef>
              <a:spcAft>
                <a:spcPts val="0"/>
              </a:spcAft>
              <a:buClr>
                <a:schemeClr val="dk2"/>
              </a:buClr>
              <a:buSzPts val="5200"/>
              <a:buNone/>
              <a:defRPr sz="5200">
                <a:solidFill>
                  <a:schemeClr val="dk2"/>
                </a:solidFill>
              </a:defRPr>
            </a:lvl9pPr>
          </a:lstStyle>
          <a:p>
            <a:endParaRPr/>
          </a:p>
        </p:txBody>
      </p:sp>
      <p:sp>
        <p:nvSpPr>
          <p:cNvPr id="10" name="Google Shape;10;p2"/>
          <p:cNvSpPr txBox="1">
            <a:spLocks noGrp="1"/>
          </p:cNvSpPr>
          <p:nvPr>
            <p:ph type="subTitle" idx="1"/>
          </p:nvPr>
        </p:nvSpPr>
        <p:spPr>
          <a:xfrm>
            <a:off x="3670681" y="2933522"/>
            <a:ext cx="4352100" cy="7170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Clr>
                <a:schemeClr val="lt2"/>
              </a:buClr>
              <a:buSzPts val="1200"/>
              <a:buNone/>
              <a:defRPr>
                <a:solidFill>
                  <a:schemeClr val="lt2"/>
                </a:solidFill>
              </a:defRPr>
            </a:lvl1pPr>
            <a:lvl2pPr lvl="1" algn="r" rtl="0">
              <a:lnSpc>
                <a:spcPct val="100000"/>
              </a:lnSpc>
              <a:spcBef>
                <a:spcPts val="0"/>
              </a:spcBef>
              <a:spcAft>
                <a:spcPts val="0"/>
              </a:spcAft>
              <a:buClr>
                <a:schemeClr val="lt2"/>
              </a:buClr>
              <a:buSzPts val="2800"/>
              <a:buNone/>
              <a:defRPr sz="2800">
                <a:solidFill>
                  <a:schemeClr val="lt2"/>
                </a:solidFill>
              </a:defRPr>
            </a:lvl2pPr>
            <a:lvl3pPr lvl="2" algn="r" rtl="0">
              <a:lnSpc>
                <a:spcPct val="100000"/>
              </a:lnSpc>
              <a:spcBef>
                <a:spcPts val="0"/>
              </a:spcBef>
              <a:spcAft>
                <a:spcPts val="0"/>
              </a:spcAft>
              <a:buClr>
                <a:schemeClr val="lt2"/>
              </a:buClr>
              <a:buSzPts val="2800"/>
              <a:buNone/>
              <a:defRPr sz="2800">
                <a:solidFill>
                  <a:schemeClr val="lt2"/>
                </a:solidFill>
              </a:defRPr>
            </a:lvl3pPr>
            <a:lvl4pPr lvl="3" algn="r" rtl="0">
              <a:lnSpc>
                <a:spcPct val="100000"/>
              </a:lnSpc>
              <a:spcBef>
                <a:spcPts val="0"/>
              </a:spcBef>
              <a:spcAft>
                <a:spcPts val="0"/>
              </a:spcAft>
              <a:buClr>
                <a:schemeClr val="lt2"/>
              </a:buClr>
              <a:buSzPts val="2800"/>
              <a:buNone/>
              <a:defRPr sz="2800">
                <a:solidFill>
                  <a:schemeClr val="lt2"/>
                </a:solidFill>
              </a:defRPr>
            </a:lvl4pPr>
            <a:lvl5pPr lvl="4" algn="r" rtl="0">
              <a:lnSpc>
                <a:spcPct val="100000"/>
              </a:lnSpc>
              <a:spcBef>
                <a:spcPts val="0"/>
              </a:spcBef>
              <a:spcAft>
                <a:spcPts val="0"/>
              </a:spcAft>
              <a:buClr>
                <a:schemeClr val="lt2"/>
              </a:buClr>
              <a:buSzPts val="2800"/>
              <a:buNone/>
              <a:defRPr sz="2800">
                <a:solidFill>
                  <a:schemeClr val="lt2"/>
                </a:solidFill>
              </a:defRPr>
            </a:lvl5pPr>
            <a:lvl6pPr lvl="5" algn="r" rtl="0">
              <a:lnSpc>
                <a:spcPct val="100000"/>
              </a:lnSpc>
              <a:spcBef>
                <a:spcPts val="0"/>
              </a:spcBef>
              <a:spcAft>
                <a:spcPts val="0"/>
              </a:spcAft>
              <a:buClr>
                <a:schemeClr val="lt2"/>
              </a:buClr>
              <a:buSzPts val="2800"/>
              <a:buNone/>
              <a:defRPr sz="2800">
                <a:solidFill>
                  <a:schemeClr val="lt2"/>
                </a:solidFill>
              </a:defRPr>
            </a:lvl6pPr>
            <a:lvl7pPr lvl="6" algn="r" rtl="0">
              <a:lnSpc>
                <a:spcPct val="100000"/>
              </a:lnSpc>
              <a:spcBef>
                <a:spcPts val="0"/>
              </a:spcBef>
              <a:spcAft>
                <a:spcPts val="0"/>
              </a:spcAft>
              <a:buClr>
                <a:schemeClr val="lt2"/>
              </a:buClr>
              <a:buSzPts val="2800"/>
              <a:buNone/>
              <a:defRPr sz="2800">
                <a:solidFill>
                  <a:schemeClr val="lt2"/>
                </a:solidFill>
              </a:defRPr>
            </a:lvl7pPr>
            <a:lvl8pPr lvl="7" algn="r" rtl="0">
              <a:lnSpc>
                <a:spcPct val="100000"/>
              </a:lnSpc>
              <a:spcBef>
                <a:spcPts val="0"/>
              </a:spcBef>
              <a:spcAft>
                <a:spcPts val="0"/>
              </a:spcAft>
              <a:buClr>
                <a:schemeClr val="lt2"/>
              </a:buClr>
              <a:buSzPts val="2800"/>
              <a:buNone/>
              <a:defRPr sz="2800">
                <a:solidFill>
                  <a:schemeClr val="lt2"/>
                </a:solidFill>
              </a:defRPr>
            </a:lvl8pPr>
            <a:lvl9pPr lvl="8" algn="r" rtl="0">
              <a:lnSpc>
                <a:spcPct val="100000"/>
              </a:lnSpc>
              <a:spcBef>
                <a:spcPts val="0"/>
              </a:spcBef>
              <a:spcAft>
                <a:spcPts val="0"/>
              </a:spcAft>
              <a:buClr>
                <a:schemeClr val="lt2"/>
              </a:buClr>
              <a:buSzPts val="2800"/>
              <a:buNone/>
              <a:defRPr sz="2800">
                <a:solidFill>
                  <a:schemeClr val="lt2"/>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1">
  <p:cSld name="CUSTOM_18">
    <p:bg>
      <p:bgPr>
        <a:blipFill>
          <a:blip r:embed="rId2">
            <a:alphaModFix/>
          </a:blip>
          <a:stretch>
            <a:fillRect/>
          </a:stretch>
        </a:blipFill>
        <a:effectLst/>
      </p:bgPr>
    </p:bg>
    <p:spTree>
      <p:nvGrpSpPr>
        <p:cNvPr id="1" name="Shape 31"/>
        <p:cNvGrpSpPr/>
        <p:nvPr/>
      </p:nvGrpSpPr>
      <p:grpSpPr>
        <a:xfrm>
          <a:off x="0" y="0"/>
          <a:ext cx="0" cy="0"/>
          <a:chOff x="0" y="0"/>
          <a:chExt cx="0" cy="0"/>
        </a:xfrm>
      </p:grpSpPr>
      <p:sp>
        <p:nvSpPr>
          <p:cNvPr id="32" name="Google Shape;32;p4"/>
          <p:cNvSpPr txBox="1">
            <a:spLocks noGrp="1"/>
          </p:cNvSpPr>
          <p:nvPr>
            <p:ph type="ctrTitle"/>
          </p:nvPr>
        </p:nvSpPr>
        <p:spPr>
          <a:xfrm flipH="1">
            <a:off x="1147650" y="3085150"/>
            <a:ext cx="5005500" cy="10221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2"/>
              </a:buClr>
              <a:buSzPts val="3600"/>
              <a:buNone/>
              <a:defRPr sz="3600">
                <a:solidFill>
                  <a:schemeClr val="dk2"/>
                </a:solidFill>
              </a:defRPr>
            </a:lvl1pPr>
            <a:lvl2pPr lvl="1" rtl="0">
              <a:spcBef>
                <a:spcPts val="0"/>
              </a:spcBef>
              <a:spcAft>
                <a:spcPts val="0"/>
              </a:spcAft>
              <a:buClr>
                <a:schemeClr val="dk2"/>
              </a:buClr>
              <a:buSzPts val="6500"/>
              <a:buNone/>
              <a:defRPr sz="6500">
                <a:solidFill>
                  <a:schemeClr val="dk2"/>
                </a:solidFill>
              </a:defRPr>
            </a:lvl2pPr>
            <a:lvl3pPr lvl="2" rtl="0">
              <a:spcBef>
                <a:spcPts val="0"/>
              </a:spcBef>
              <a:spcAft>
                <a:spcPts val="0"/>
              </a:spcAft>
              <a:buClr>
                <a:schemeClr val="dk2"/>
              </a:buClr>
              <a:buSzPts val="6500"/>
              <a:buNone/>
              <a:defRPr sz="6500">
                <a:solidFill>
                  <a:schemeClr val="dk2"/>
                </a:solidFill>
              </a:defRPr>
            </a:lvl3pPr>
            <a:lvl4pPr lvl="3" rtl="0">
              <a:spcBef>
                <a:spcPts val="0"/>
              </a:spcBef>
              <a:spcAft>
                <a:spcPts val="0"/>
              </a:spcAft>
              <a:buClr>
                <a:schemeClr val="dk2"/>
              </a:buClr>
              <a:buSzPts val="6500"/>
              <a:buNone/>
              <a:defRPr sz="6500">
                <a:solidFill>
                  <a:schemeClr val="dk2"/>
                </a:solidFill>
              </a:defRPr>
            </a:lvl4pPr>
            <a:lvl5pPr lvl="4" rtl="0">
              <a:spcBef>
                <a:spcPts val="0"/>
              </a:spcBef>
              <a:spcAft>
                <a:spcPts val="0"/>
              </a:spcAft>
              <a:buClr>
                <a:schemeClr val="dk2"/>
              </a:buClr>
              <a:buSzPts val="6500"/>
              <a:buNone/>
              <a:defRPr sz="6500">
                <a:solidFill>
                  <a:schemeClr val="dk2"/>
                </a:solidFill>
              </a:defRPr>
            </a:lvl5pPr>
            <a:lvl6pPr lvl="5" rtl="0">
              <a:spcBef>
                <a:spcPts val="0"/>
              </a:spcBef>
              <a:spcAft>
                <a:spcPts val="0"/>
              </a:spcAft>
              <a:buClr>
                <a:schemeClr val="dk2"/>
              </a:buClr>
              <a:buSzPts val="6500"/>
              <a:buNone/>
              <a:defRPr sz="6500">
                <a:solidFill>
                  <a:schemeClr val="dk2"/>
                </a:solidFill>
              </a:defRPr>
            </a:lvl6pPr>
            <a:lvl7pPr lvl="6" rtl="0">
              <a:spcBef>
                <a:spcPts val="0"/>
              </a:spcBef>
              <a:spcAft>
                <a:spcPts val="0"/>
              </a:spcAft>
              <a:buClr>
                <a:schemeClr val="dk2"/>
              </a:buClr>
              <a:buSzPts val="6500"/>
              <a:buNone/>
              <a:defRPr sz="6500">
                <a:solidFill>
                  <a:schemeClr val="dk2"/>
                </a:solidFill>
              </a:defRPr>
            </a:lvl7pPr>
            <a:lvl8pPr lvl="7" rtl="0">
              <a:spcBef>
                <a:spcPts val="0"/>
              </a:spcBef>
              <a:spcAft>
                <a:spcPts val="0"/>
              </a:spcAft>
              <a:buClr>
                <a:schemeClr val="dk2"/>
              </a:buClr>
              <a:buSzPts val="6500"/>
              <a:buNone/>
              <a:defRPr sz="6500">
                <a:solidFill>
                  <a:schemeClr val="dk2"/>
                </a:solidFill>
              </a:defRPr>
            </a:lvl8pPr>
            <a:lvl9pPr lvl="8" rtl="0">
              <a:spcBef>
                <a:spcPts val="0"/>
              </a:spcBef>
              <a:spcAft>
                <a:spcPts val="0"/>
              </a:spcAft>
              <a:buClr>
                <a:schemeClr val="dk2"/>
              </a:buClr>
              <a:buSzPts val="6500"/>
              <a:buNone/>
              <a:defRPr sz="6500">
                <a:solidFill>
                  <a:schemeClr val="dk2"/>
                </a:solidFill>
              </a:defRPr>
            </a:lvl9pPr>
          </a:lstStyle>
          <a:p>
            <a:endParaRPr/>
          </a:p>
        </p:txBody>
      </p:sp>
      <p:sp>
        <p:nvSpPr>
          <p:cNvPr id="33" name="Google Shape;33;p4"/>
          <p:cNvSpPr txBox="1">
            <a:spLocks noGrp="1"/>
          </p:cNvSpPr>
          <p:nvPr>
            <p:ph type="title" idx="2" hasCustomPrompt="1"/>
          </p:nvPr>
        </p:nvSpPr>
        <p:spPr>
          <a:xfrm flipH="1">
            <a:off x="1147579" y="2323850"/>
            <a:ext cx="2979300" cy="7545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2"/>
              </a:buClr>
              <a:buSzPts val="9600"/>
              <a:buNone/>
              <a:defRPr sz="9600">
                <a:solidFill>
                  <a:schemeClr val="dk2"/>
                </a:solidFill>
              </a:defRPr>
            </a:lvl1pPr>
            <a:lvl2pPr lvl="1" rtl="0">
              <a:spcBef>
                <a:spcPts val="0"/>
              </a:spcBef>
              <a:spcAft>
                <a:spcPts val="0"/>
              </a:spcAft>
              <a:buClr>
                <a:schemeClr val="dk2"/>
              </a:buClr>
              <a:buSzPts val="6000"/>
              <a:buFont typeface="Fira Sans Extra Condensed Medium"/>
              <a:buNone/>
              <a:defRPr sz="6000">
                <a:solidFill>
                  <a:schemeClr val="dk2"/>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chemeClr val="dk2"/>
              </a:buClr>
              <a:buSzPts val="6000"/>
              <a:buFont typeface="Fira Sans Extra Condensed Medium"/>
              <a:buNone/>
              <a:defRPr sz="6000">
                <a:solidFill>
                  <a:schemeClr val="dk2"/>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chemeClr val="dk2"/>
              </a:buClr>
              <a:buSzPts val="6000"/>
              <a:buFont typeface="Fira Sans Extra Condensed Medium"/>
              <a:buNone/>
              <a:defRPr sz="6000">
                <a:solidFill>
                  <a:schemeClr val="dk2"/>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chemeClr val="dk2"/>
              </a:buClr>
              <a:buSzPts val="6000"/>
              <a:buFont typeface="Fira Sans Extra Condensed Medium"/>
              <a:buNone/>
              <a:defRPr sz="6000">
                <a:solidFill>
                  <a:schemeClr val="dk2"/>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chemeClr val="dk2"/>
              </a:buClr>
              <a:buSzPts val="6000"/>
              <a:buFont typeface="Fira Sans Extra Condensed Medium"/>
              <a:buNone/>
              <a:defRPr sz="6000">
                <a:solidFill>
                  <a:schemeClr val="dk2"/>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chemeClr val="dk2"/>
              </a:buClr>
              <a:buSzPts val="6000"/>
              <a:buFont typeface="Fira Sans Extra Condensed Medium"/>
              <a:buNone/>
              <a:defRPr sz="6000">
                <a:solidFill>
                  <a:schemeClr val="dk2"/>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chemeClr val="dk2"/>
              </a:buClr>
              <a:buSzPts val="6000"/>
              <a:buFont typeface="Fira Sans Extra Condensed Medium"/>
              <a:buNone/>
              <a:defRPr sz="6000">
                <a:solidFill>
                  <a:schemeClr val="dk2"/>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chemeClr val="dk2"/>
              </a:buClr>
              <a:buSzPts val="6000"/>
              <a:buFont typeface="Fira Sans Extra Condensed Medium"/>
              <a:buNone/>
              <a:defRPr sz="6000">
                <a:solidFill>
                  <a:schemeClr val="dk2"/>
                </a:solidFill>
                <a:latin typeface="Fira Sans Extra Condensed Medium"/>
                <a:ea typeface="Fira Sans Extra Condensed Medium"/>
                <a:cs typeface="Fira Sans Extra Condensed Medium"/>
                <a:sym typeface="Fira Sans Extra Condensed Medium"/>
              </a:defRPr>
            </a:lvl9pPr>
          </a:lstStyle>
          <a:p>
            <a:r>
              <a:t>xx%</a:t>
            </a:r>
          </a:p>
        </p:txBody>
      </p:sp>
      <p:sp>
        <p:nvSpPr>
          <p:cNvPr id="34" name="Google Shape;34;p4"/>
          <p:cNvSpPr txBox="1">
            <a:spLocks noGrp="1"/>
          </p:cNvSpPr>
          <p:nvPr>
            <p:ph type="subTitle" idx="1"/>
          </p:nvPr>
        </p:nvSpPr>
        <p:spPr>
          <a:xfrm>
            <a:off x="1147575" y="4028959"/>
            <a:ext cx="4224900" cy="53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2"/>
              </a:buClr>
              <a:buSzPts val="1200"/>
              <a:buNone/>
              <a:defRPr sz="1100">
                <a:solidFill>
                  <a:schemeClr val="lt2"/>
                </a:solidFill>
              </a:defRPr>
            </a:lvl1pPr>
            <a:lvl2pPr lvl="1" rtl="0">
              <a:lnSpc>
                <a:spcPct val="100000"/>
              </a:lnSpc>
              <a:spcBef>
                <a:spcPts val="0"/>
              </a:spcBef>
              <a:spcAft>
                <a:spcPts val="0"/>
              </a:spcAft>
              <a:buClr>
                <a:schemeClr val="lt2"/>
              </a:buClr>
              <a:buSzPts val="1200"/>
              <a:buNone/>
              <a:defRPr>
                <a:solidFill>
                  <a:schemeClr val="lt2"/>
                </a:solidFill>
              </a:defRPr>
            </a:lvl2pPr>
            <a:lvl3pPr lvl="2" rtl="0">
              <a:lnSpc>
                <a:spcPct val="100000"/>
              </a:lnSpc>
              <a:spcBef>
                <a:spcPts val="0"/>
              </a:spcBef>
              <a:spcAft>
                <a:spcPts val="0"/>
              </a:spcAft>
              <a:buClr>
                <a:schemeClr val="lt2"/>
              </a:buClr>
              <a:buSzPts val="1200"/>
              <a:buNone/>
              <a:defRPr>
                <a:solidFill>
                  <a:schemeClr val="lt2"/>
                </a:solidFill>
              </a:defRPr>
            </a:lvl3pPr>
            <a:lvl4pPr lvl="3" rtl="0">
              <a:lnSpc>
                <a:spcPct val="100000"/>
              </a:lnSpc>
              <a:spcBef>
                <a:spcPts val="0"/>
              </a:spcBef>
              <a:spcAft>
                <a:spcPts val="0"/>
              </a:spcAft>
              <a:buClr>
                <a:schemeClr val="lt2"/>
              </a:buClr>
              <a:buSzPts val="1200"/>
              <a:buNone/>
              <a:defRPr>
                <a:solidFill>
                  <a:schemeClr val="lt2"/>
                </a:solidFill>
              </a:defRPr>
            </a:lvl4pPr>
            <a:lvl5pPr lvl="4" rtl="0">
              <a:lnSpc>
                <a:spcPct val="100000"/>
              </a:lnSpc>
              <a:spcBef>
                <a:spcPts val="0"/>
              </a:spcBef>
              <a:spcAft>
                <a:spcPts val="0"/>
              </a:spcAft>
              <a:buClr>
                <a:schemeClr val="lt2"/>
              </a:buClr>
              <a:buSzPts val="1200"/>
              <a:buNone/>
              <a:defRPr>
                <a:solidFill>
                  <a:schemeClr val="lt2"/>
                </a:solidFill>
              </a:defRPr>
            </a:lvl5pPr>
            <a:lvl6pPr lvl="5" rtl="0">
              <a:lnSpc>
                <a:spcPct val="100000"/>
              </a:lnSpc>
              <a:spcBef>
                <a:spcPts val="0"/>
              </a:spcBef>
              <a:spcAft>
                <a:spcPts val="0"/>
              </a:spcAft>
              <a:buClr>
                <a:schemeClr val="lt2"/>
              </a:buClr>
              <a:buSzPts val="1200"/>
              <a:buNone/>
              <a:defRPr>
                <a:solidFill>
                  <a:schemeClr val="lt2"/>
                </a:solidFill>
              </a:defRPr>
            </a:lvl6pPr>
            <a:lvl7pPr lvl="6" rtl="0">
              <a:lnSpc>
                <a:spcPct val="100000"/>
              </a:lnSpc>
              <a:spcBef>
                <a:spcPts val="0"/>
              </a:spcBef>
              <a:spcAft>
                <a:spcPts val="0"/>
              </a:spcAft>
              <a:buClr>
                <a:schemeClr val="lt2"/>
              </a:buClr>
              <a:buSzPts val="1200"/>
              <a:buNone/>
              <a:defRPr>
                <a:solidFill>
                  <a:schemeClr val="lt2"/>
                </a:solidFill>
              </a:defRPr>
            </a:lvl7pPr>
            <a:lvl8pPr lvl="7" rtl="0">
              <a:lnSpc>
                <a:spcPct val="100000"/>
              </a:lnSpc>
              <a:spcBef>
                <a:spcPts val="0"/>
              </a:spcBef>
              <a:spcAft>
                <a:spcPts val="0"/>
              </a:spcAft>
              <a:buClr>
                <a:schemeClr val="lt2"/>
              </a:buClr>
              <a:buSzPts val="1200"/>
              <a:buNone/>
              <a:defRPr>
                <a:solidFill>
                  <a:schemeClr val="lt2"/>
                </a:solidFill>
              </a:defRPr>
            </a:lvl8pPr>
            <a:lvl9pPr lvl="8" rtl="0">
              <a:lnSpc>
                <a:spcPct val="100000"/>
              </a:lnSpc>
              <a:spcBef>
                <a:spcPts val="0"/>
              </a:spcBef>
              <a:spcAft>
                <a:spcPts val="0"/>
              </a:spcAft>
              <a:buClr>
                <a:schemeClr val="lt2"/>
              </a:buClr>
              <a:buSzPts val="1200"/>
              <a:buNone/>
              <a:defRPr>
                <a:solidFill>
                  <a:schemeClr val="lt2"/>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subtitle">
  <p:cSld name="CUSTOM_12">
    <p:bg>
      <p:bgPr>
        <a:blipFill>
          <a:blip r:embed="rId2">
            <a:alphaModFix/>
          </a:blip>
          <a:stretch>
            <a:fillRect/>
          </a:stretch>
        </a:blipFill>
        <a:effectLst/>
      </p:bgPr>
    </p:bg>
    <p:spTree>
      <p:nvGrpSpPr>
        <p:cNvPr id="1" name="Shape 35"/>
        <p:cNvGrpSpPr/>
        <p:nvPr/>
      </p:nvGrpSpPr>
      <p:grpSpPr>
        <a:xfrm>
          <a:off x="0" y="0"/>
          <a:ext cx="0" cy="0"/>
          <a:chOff x="0" y="0"/>
          <a:chExt cx="0" cy="0"/>
        </a:xfrm>
      </p:grpSpPr>
      <p:sp>
        <p:nvSpPr>
          <p:cNvPr id="36" name="Google Shape;36;p5"/>
          <p:cNvSpPr txBox="1">
            <a:spLocks noGrp="1"/>
          </p:cNvSpPr>
          <p:nvPr>
            <p:ph type="ctrTitle"/>
          </p:nvPr>
        </p:nvSpPr>
        <p:spPr>
          <a:xfrm>
            <a:off x="2638350" y="376498"/>
            <a:ext cx="3867300" cy="20541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2"/>
              </a:buClr>
              <a:buSzPts val="2800"/>
              <a:buNone/>
              <a:defRPr>
                <a:solidFill>
                  <a:schemeClr val="dk2"/>
                </a:solidFill>
              </a:defRPr>
            </a:lvl1pPr>
            <a:lvl2pPr lvl="1" rtl="0">
              <a:spcBef>
                <a:spcPts val="0"/>
              </a:spcBef>
              <a:spcAft>
                <a:spcPts val="0"/>
              </a:spcAft>
              <a:buClr>
                <a:schemeClr val="dk2"/>
              </a:buClr>
              <a:buSzPts val="1600"/>
              <a:buNone/>
              <a:defRPr sz="1600">
                <a:solidFill>
                  <a:schemeClr val="dk2"/>
                </a:solidFill>
              </a:defRPr>
            </a:lvl2pPr>
            <a:lvl3pPr lvl="2" rtl="0">
              <a:spcBef>
                <a:spcPts val="0"/>
              </a:spcBef>
              <a:spcAft>
                <a:spcPts val="0"/>
              </a:spcAft>
              <a:buClr>
                <a:schemeClr val="dk2"/>
              </a:buClr>
              <a:buSzPts val="1600"/>
              <a:buNone/>
              <a:defRPr sz="1600">
                <a:solidFill>
                  <a:schemeClr val="dk2"/>
                </a:solidFill>
              </a:defRPr>
            </a:lvl3pPr>
            <a:lvl4pPr lvl="3" rtl="0">
              <a:spcBef>
                <a:spcPts val="0"/>
              </a:spcBef>
              <a:spcAft>
                <a:spcPts val="0"/>
              </a:spcAft>
              <a:buClr>
                <a:schemeClr val="dk2"/>
              </a:buClr>
              <a:buSzPts val="1600"/>
              <a:buNone/>
              <a:defRPr sz="1600">
                <a:solidFill>
                  <a:schemeClr val="dk2"/>
                </a:solidFill>
              </a:defRPr>
            </a:lvl4pPr>
            <a:lvl5pPr lvl="4" rtl="0">
              <a:spcBef>
                <a:spcPts val="0"/>
              </a:spcBef>
              <a:spcAft>
                <a:spcPts val="0"/>
              </a:spcAft>
              <a:buClr>
                <a:schemeClr val="dk2"/>
              </a:buClr>
              <a:buSzPts val="1600"/>
              <a:buNone/>
              <a:defRPr sz="1600">
                <a:solidFill>
                  <a:schemeClr val="dk2"/>
                </a:solidFill>
              </a:defRPr>
            </a:lvl5pPr>
            <a:lvl6pPr lvl="5" rtl="0">
              <a:spcBef>
                <a:spcPts val="0"/>
              </a:spcBef>
              <a:spcAft>
                <a:spcPts val="0"/>
              </a:spcAft>
              <a:buClr>
                <a:schemeClr val="dk2"/>
              </a:buClr>
              <a:buSzPts val="1600"/>
              <a:buNone/>
              <a:defRPr sz="1600">
                <a:solidFill>
                  <a:schemeClr val="dk2"/>
                </a:solidFill>
              </a:defRPr>
            </a:lvl6pPr>
            <a:lvl7pPr lvl="6" rtl="0">
              <a:spcBef>
                <a:spcPts val="0"/>
              </a:spcBef>
              <a:spcAft>
                <a:spcPts val="0"/>
              </a:spcAft>
              <a:buClr>
                <a:schemeClr val="dk2"/>
              </a:buClr>
              <a:buSzPts val="1600"/>
              <a:buNone/>
              <a:defRPr sz="1600">
                <a:solidFill>
                  <a:schemeClr val="dk2"/>
                </a:solidFill>
              </a:defRPr>
            </a:lvl7pPr>
            <a:lvl8pPr lvl="7" rtl="0">
              <a:spcBef>
                <a:spcPts val="0"/>
              </a:spcBef>
              <a:spcAft>
                <a:spcPts val="0"/>
              </a:spcAft>
              <a:buClr>
                <a:schemeClr val="dk2"/>
              </a:buClr>
              <a:buSzPts val="1600"/>
              <a:buNone/>
              <a:defRPr sz="1600">
                <a:solidFill>
                  <a:schemeClr val="dk2"/>
                </a:solidFill>
              </a:defRPr>
            </a:lvl8pPr>
            <a:lvl9pPr lvl="8" rtl="0">
              <a:spcBef>
                <a:spcPts val="0"/>
              </a:spcBef>
              <a:spcAft>
                <a:spcPts val="0"/>
              </a:spcAft>
              <a:buClr>
                <a:schemeClr val="dk2"/>
              </a:buClr>
              <a:buSzPts val="1600"/>
              <a:buNone/>
              <a:defRPr sz="1600">
                <a:solidFill>
                  <a:schemeClr val="dk2"/>
                </a:solidFill>
              </a:defRPr>
            </a:lvl9pPr>
          </a:lstStyle>
          <a:p>
            <a:endParaRPr/>
          </a:p>
        </p:txBody>
      </p:sp>
      <p:sp>
        <p:nvSpPr>
          <p:cNvPr id="37" name="Google Shape;37;p5"/>
          <p:cNvSpPr txBox="1">
            <a:spLocks noGrp="1"/>
          </p:cNvSpPr>
          <p:nvPr>
            <p:ph type="subTitle" idx="1"/>
          </p:nvPr>
        </p:nvSpPr>
        <p:spPr>
          <a:xfrm>
            <a:off x="2459550" y="2314225"/>
            <a:ext cx="4224900" cy="178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2"/>
              </a:buClr>
              <a:buSzPts val="1200"/>
              <a:buNone/>
              <a:defRPr sz="1100">
                <a:solidFill>
                  <a:schemeClr val="lt2"/>
                </a:solidFill>
              </a:defRPr>
            </a:lvl1pPr>
            <a:lvl2pPr lvl="1" rtl="0">
              <a:lnSpc>
                <a:spcPct val="100000"/>
              </a:lnSpc>
              <a:spcBef>
                <a:spcPts val="0"/>
              </a:spcBef>
              <a:spcAft>
                <a:spcPts val="0"/>
              </a:spcAft>
              <a:buClr>
                <a:schemeClr val="lt2"/>
              </a:buClr>
              <a:buSzPts val="1200"/>
              <a:buNone/>
              <a:defRPr>
                <a:solidFill>
                  <a:schemeClr val="lt2"/>
                </a:solidFill>
              </a:defRPr>
            </a:lvl2pPr>
            <a:lvl3pPr lvl="2" rtl="0">
              <a:lnSpc>
                <a:spcPct val="100000"/>
              </a:lnSpc>
              <a:spcBef>
                <a:spcPts val="0"/>
              </a:spcBef>
              <a:spcAft>
                <a:spcPts val="0"/>
              </a:spcAft>
              <a:buClr>
                <a:schemeClr val="lt2"/>
              </a:buClr>
              <a:buSzPts val="1200"/>
              <a:buNone/>
              <a:defRPr>
                <a:solidFill>
                  <a:schemeClr val="lt2"/>
                </a:solidFill>
              </a:defRPr>
            </a:lvl3pPr>
            <a:lvl4pPr lvl="3" rtl="0">
              <a:lnSpc>
                <a:spcPct val="100000"/>
              </a:lnSpc>
              <a:spcBef>
                <a:spcPts val="0"/>
              </a:spcBef>
              <a:spcAft>
                <a:spcPts val="0"/>
              </a:spcAft>
              <a:buClr>
                <a:schemeClr val="lt2"/>
              </a:buClr>
              <a:buSzPts val="1200"/>
              <a:buNone/>
              <a:defRPr>
                <a:solidFill>
                  <a:schemeClr val="lt2"/>
                </a:solidFill>
              </a:defRPr>
            </a:lvl4pPr>
            <a:lvl5pPr lvl="4" rtl="0">
              <a:lnSpc>
                <a:spcPct val="100000"/>
              </a:lnSpc>
              <a:spcBef>
                <a:spcPts val="0"/>
              </a:spcBef>
              <a:spcAft>
                <a:spcPts val="0"/>
              </a:spcAft>
              <a:buClr>
                <a:schemeClr val="lt2"/>
              </a:buClr>
              <a:buSzPts val="1200"/>
              <a:buNone/>
              <a:defRPr>
                <a:solidFill>
                  <a:schemeClr val="lt2"/>
                </a:solidFill>
              </a:defRPr>
            </a:lvl5pPr>
            <a:lvl6pPr lvl="5" rtl="0">
              <a:lnSpc>
                <a:spcPct val="100000"/>
              </a:lnSpc>
              <a:spcBef>
                <a:spcPts val="0"/>
              </a:spcBef>
              <a:spcAft>
                <a:spcPts val="0"/>
              </a:spcAft>
              <a:buClr>
                <a:schemeClr val="lt2"/>
              </a:buClr>
              <a:buSzPts val="1200"/>
              <a:buNone/>
              <a:defRPr>
                <a:solidFill>
                  <a:schemeClr val="lt2"/>
                </a:solidFill>
              </a:defRPr>
            </a:lvl6pPr>
            <a:lvl7pPr lvl="6" rtl="0">
              <a:lnSpc>
                <a:spcPct val="100000"/>
              </a:lnSpc>
              <a:spcBef>
                <a:spcPts val="0"/>
              </a:spcBef>
              <a:spcAft>
                <a:spcPts val="0"/>
              </a:spcAft>
              <a:buClr>
                <a:schemeClr val="lt2"/>
              </a:buClr>
              <a:buSzPts val="1200"/>
              <a:buNone/>
              <a:defRPr>
                <a:solidFill>
                  <a:schemeClr val="lt2"/>
                </a:solidFill>
              </a:defRPr>
            </a:lvl7pPr>
            <a:lvl8pPr lvl="7" rtl="0">
              <a:lnSpc>
                <a:spcPct val="100000"/>
              </a:lnSpc>
              <a:spcBef>
                <a:spcPts val="0"/>
              </a:spcBef>
              <a:spcAft>
                <a:spcPts val="0"/>
              </a:spcAft>
              <a:buClr>
                <a:schemeClr val="lt2"/>
              </a:buClr>
              <a:buSzPts val="1200"/>
              <a:buNone/>
              <a:defRPr>
                <a:solidFill>
                  <a:schemeClr val="lt2"/>
                </a:solidFill>
              </a:defRPr>
            </a:lvl8pPr>
            <a:lvl9pPr lvl="8" rtl="0">
              <a:lnSpc>
                <a:spcPct val="100000"/>
              </a:lnSpc>
              <a:spcBef>
                <a:spcPts val="0"/>
              </a:spcBef>
              <a:spcAft>
                <a:spcPts val="0"/>
              </a:spcAft>
              <a:buClr>
                <a:schemeClr val="lt2"/>
              </a:buClr>
              <a:buSzPts val="1200"/>
              <a:buNone/>
              <a:defRPr>
                <a:solidFill>
                  <a:schemeClr val="lt2"/>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Design">
  <p:cSld name="CUSTOM_15">
    <p:bg>
      <p:bgPr>
        <a:blipFill>
          <a:blip r:embed="rId2">
            <a:alphaModFix/>
          </a:blip>
          <a:stretch>
            <a:fillRect/>
          </a:stretch>
        </a:blipFill>
        <a:effectLst/>
      </p:bgPr>
    </p:bg>
    <p:spTree>
      <p:nvGrpSpPr>
        <p:cNvPr id="1" name="Shape 38"/>
        <p:cNvGrpSpPr/>
        <p:nvPr/>
      </p:nvGrpSpPr>
      <p:grpSpPr>
        <a:xfrm>
          <a:off x="0" y="0"/>
          <a:ext cx="0" cy="0"/>
          <a:chOff x="0" y="0"/>
          <a:chExt cx="0" cy="0"/>
        </a:xfrm>
      </p:grpSpPr>
      <p:sp>
        <p:nvSpPr>
          <p:cNvPr id="39" name="Google Shape;39;p6"/>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2"/>
              </a:buClr>
              <a:buSzPts val="2400"/>
              <a:buNone/>
              <a:defRPr sz="2400">
                <a:solidFill>
                  <a:schemeClr val="dk2"/>
                </a:solidFill>
              </a:defRPr>
            </a:lvl1pPr>
            <a:lvl2pPr lvl="1" algn="r" rtl="0">
              <a:spcBef>
                <a:spcPts val="0"/>
              </a:spcBef>
              <a:spcAft>
                <a:spcPts val="0"/>
              </a:spcAft>
              <a:buClr>
                <a:schemeClr val="dk2"/>
              </a:buClr>
              <a:buSzPts val="2400"/>
              <a:buNone/>
              <a:defRPr sz="2400">
                <a:solidFill>
                  <a:schemeClr val="dk2"/>
                </a:solidFill>
              </a:defRPr>
            </a:lvl2pPr>
            <a:lvl3pPr lvl="2" algn="r" rtl="0">
              <a:spcBef>
                <a:spcPts val="0"/>
              </a:spcBef>
              <a:spcAft>
                <a:spcPts val="0"/>
              </a:spcAft>
              <a:buClr>
                <a:schemeClr val="dk2"/>
              </a:buClr>
              <a:buSzPts val="2400"/>
              <a:buNone/>
              <a:defRPr sz="2400">
                <a:solidFill>
                  <a:schemeClr val="dk2"/>
                </a:solidFill>
              </a:defRPr>
            </a:lvl3pPr>
            <a:lvl4pPr lvl="3" algn="r" rtl="0">
              <a:spcBef>
                <a:spcPts val="0"/>
              </a:spcBef>
              <a:spcAft>
                <a:spcPts val="0"/>
              </a:spcAft>
              <a:buClr>
                <a:schemeClr val="dk2"/>
              </a:buClr>
              <a:buSzPts val="2400"/>
              <a:buNone/>
              <a:defRPr sz="2400">
                <a:solidFill>
                  <a:schemeClr val="dk2"/>
                </a:solidFill>
              </a:defRPr>
            </a:lvl4pPr>
            <a:lvl5pPr lvl="4" algn="r" rtl="0">
              <a:spcBef>
                <a:spcPts val="0"/>
              </a:spcBef>
              <a:spcAft>
                <a:spcPts val="0"/>
              </a:spcAft>
              <a:buClr>
                <a:schemeClr val="dk2"/>
              </a:buClr>
              <a:buSzPts val="2400"/>
              <a:buNone/>
              <a:defRPr sz="2400">
                <a:solidFill>
                  <a:schemeClr val="dk2"/>
                </a:solidFill>
              </a:defRPr>
            </a:lvl5pPr>
            <a:lvl6pPr lvl="5" algn="r" rtl="0">
              <a:spcBef>
                <a:spcPts val="0"/>
              </a:spcBef>
              <a:spcAft>
                <a:spcPts val="0"/>
              </a:spcAft>
              <a:buClr>
                <a:schemeClr val="dk2"/>
              </a:buClr>
              <a:buSzPts val="2400"/>
              <a:buNone/>
              <a:defRPr sz="2400">
                <a:solidFill>
                  <a:schemeClr val="dk2"/>
                </a:solidFill>
              </a:defRPr>
            </a:lvl6pPr>
            <a:lvl7pPr lvl="6" algn="r" rtl="0">
              <a:spcBef>
                <a:spcPts val="0"/>
              </a:spcBef>
              <a:spcAft>
                <a:spcPts val="0"/>
              </a:spcAft>
              <a:buClr>
                <a:schemeClr val="dk2"/>
              </a:buClr>
              <a:buSzPts val="2400"/>
              <a:buNone/>
              <a:defRPr sz="2400">
                <a:solidFill>
                  <a:schemeClr val="dk2"/>
                </a:solidFill>
              </a:defRPr>
            </a:lvl7pPr>
            <a:lvl8pPr lvl="7" algn="r" rtl="0">
              <a:spcBef>
                <a:spcPts val="0"/>
              </a:spcBef>
              <a:spcAft>
                <a:spcPts val="0"/>
              </a:spcAft>
              <a:buClr>
                <a:schemeClr val="dk2"/>
              </a:buClr>
              <a:buSzPts val="2400"/>
              <a:buNone/>
              <a:defRPr sz="2400">
                <a:solidFill>
                  <a:schemeClr val="dk2"/>
                </a:solidFill>
              </a:defRPr>
            </a:lvl8pPr>
            <a:lvl9pPr lvl="8" algn="r" rtl="0">
              <a:spcBef>
                <a:spcPts val="0"/>
              </a:spcBef>
              <a:spcAft>
                <a:spcPts val="0"/>
              </a:spcAft>
              <a:buClr>
                <a:schemeClr val="dk2"/>
              </a:buClr>
              <a:buSzPts val="2400"/>
              <a:buNone/>
              <a:defRPr sz="2400">
                <a:solidFill>
                  <a:schemeClr val="dk2"/>
                </a:solidFil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hree Columns">
  <p:cSld name="CUSTOM_24">
    <p:bg>
      <p:bgPr>
        <a:blipFill>
          <a:blip r:embed="rId2">
            <a:alphaModFix/>
          </a:blip>
          <a:stretch>
            <a:fillRect/>
          </a:stretch>
        </a:blipFill>
        <a:effectLst/>
      </p:bgPr>
    </p:bg>
    <p:spTree>
      <p:nvGrpSpPr>
        <p:cNvPr id="1" name="Shape 56"/>
        <p:cNvGrpSpPr/>
        <p:nvPr/>
      </p:nvGrpSpPr>
      <p:grpSpPr>
        <a:xfrm>
          <a:off x="0" y="0"/>
          <a:ext cx="0" cy="0"/>
          <a:chOff x="0" y="0"/>
          <a:chExt cx="0" cy="0"/>
        </a:xfrm>
      </p:grpSpPr>
      <p:sp>
        <p:nvSpPr>
          <p:cNvPr id="57" name="Google Shape;57;p10"/>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2"/>
              </a:buClr>
              <a:buSzPts val="2400"/>
              <a:buNone/>
              <a:defRPr sz="2400">
                <a:solidFill>
                  <a:schemeClr val="dk2"/>
                </a:solidFill>
              </a:defRPr>
            </a:lvl1pPr>
            <a:lvl2pPr lvl="1" algn="r" rtl="0">
              <a:spcBef>
                <a:spcPts val="0"/>
              </a:spcBef>
              <a:spcAft>
                <a:spcPts val="0"/>
              </a:spcAft>
              <a:buClr>
                <a:schemeClr val="dk2"/>
              </a:buClr>
              <a:buSzPts val="2400"/>
              <a:buNone/>
              <a:defRPr sz="2400">
                <a:solidFill>
                  <a:schemeClr val="dk2"/>
                </a:solidFill>
              </a:defRPr>
            </a:lvl2pPr>
            <a:lvl3pPr lvl="2" algn="r" rtl="0">
              <a:spcBef>
                <a:spcPts val="0"/>
              </a:spcBef>
              <a:spcAft>
                <a:spcPts val="0"/>
              </a:spcAft>
              <a:buClr>
                <a:schemeClr val="dk2"/>
              </a:buClr>
              <a:buSzPts val="2400"/>
              <a:buNone/>
              <a:defRPr sz="2400">
                <a:solidFill>
                  <a:schemeClr val="dk2"/>
                </a:solidFill>
              </a:defRPr>
            </a:lvl3pPr>
            <a:lvl4pPr lvl="3" algn="r" rtl="0">
              <a:spcBef>
                <a:spcPts val="0"/>
              </a:spcBef>
              <a:spcAft>
                <a:spcPts val="0"/>
              </a:spcAft>
              <a:buClr>
                <a:schemeClr val="dk2"/>
              </a:buClr>
              <a:buSzPts val="2400"/>
              <a:buNone/>
              <a:defRPr sz="2400">
                <a:solidFill>
                  <a:schemeClr val="dk2"/>
                </a:solidFill>
              </a:defRPr>
            </a:lvl4pPr>
            <a:lvl5pPr lvl="4" algn="r" rtl="0">
              <a:spcBef>
                <a:spcPts val="0"/>
              </a:spcBef>
              <a:spcAft>
                <a:spcPts val="0"/>
              </a:spcAft>
              <a:buClr>
                <a:schemeClr val="dk2"/>
              </a:buClr>
              <a:buSzPts val="2400"/>
              <a:buNone/>
              <a:defRPr sz="2400">
                <a:solidFill>
                  <a:schemeClr val="dk2"/>
                </a:solidFill>
              </a:defRPr>
            </a:lvl5pPr>
            <a:lvl6pPr lvl="5" algn="r" rtl="0">
              <a:spcBef>
                <a:spcPts val="0"/>
              </a:spcBef>
              <a:spcAft>
                <a:spcPts val="0"/>
              </a:spcAft>
              <a:buClr>
                <a:schemeClr val="dk2"/>
              </a:buClr>
              <a:buSzPts val="2400"/>
              <a:buNone/>
              <a:defRPr sz="2400">
                <a:solidFill>
                  <a:schemeClr val="dk2"/>
                </a:solidFill>
              </a:defRPr>
            </a:lvl6pPr>
            <a:lvl7pPr lvl="6" algn="r" rtl="0">
              <a:spcBef>
                <a:spcPts val="0"/>
              </a:spcBef>
              <a:spcAft>
                <a:spcPts val="0"/>
              </a:spcAft>
              <a:buClr>
                <a:schemeClr val="dk2"/>
              </a:buClr>
              <a:buSzPts val="2400"/>
              <a:buNone/>
              <a:defRPr sz="2400">
                <a:solidFill>
                  <a:schemeClr val="dk2"/>
                </a:solidFill>
              </a:defRPr>
            </a:lvl7pPr>
            <a:lvl8pPr lvl="7" algn="r" rtl="0">
              <a:spcBef>
                <a:spcPts val="0"/>
              </a:spcBef>
              <a:spcAft>
                <a:spcPts val="0"/>
              </a:spcAft>
              <a:buClr>
                <a:schemeClr val="dk2"/>
              </a:buClr>
              <a:buSzPts val="2400"/>
              <a:buNone/>
              <a:defRPr sz="2400">
                <a:solidFill>
                  <a:schemeClr val="dk2"/>
                </a:solidFill>
              </a:defRPr>
            </a:lvl8pPr>
            <a:lvl9pPr lvl="8" algn="r" rtl="0">
              <a:spcBef>
                <a:spcPts val="0"/>
              </a:spcBef>
              <a:spcAft>
                <a:spcPts val="0"/>
              </a:spcAft>
              <a:buClr>
                <a:schemeClr val="dk2"/>
              </a:buClr>
              <a:buSzPts val="2400"/>
              <a:buNone/>
              <a:defRPr sz="2400">
                <a:solidFill>
                  <a:schemeClr val="dk2"/>
                </a:solidFill>
              </a:defRPr>
            </a:lvl9pPr>
          </a:lstStyle>
          <a:p>
            <a:endParaRPr/>
          </a:p>
        </p:txBody>
      </p:sp>
      <p:sp>
        <p:nvSpPr>
          <p:cNvPr id="58" name="Google Shape;58;p10"/>
          <p:cNvSpPr txBox="1">
            <a:spLocks noGrp="1"/>
          </p:cNvSpPr>
          <p:nvPr>
            <p:ph type="ctrTitle" idx="2"/>
          </p:nvPr>
        </p:nvSpPr>
        <p:spPr>
          <a:xfrm>
            <a:off x="561600" y="2804713"/>
            <a:ext cx="2673600" cy="4275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2"/>
              </a:buClr>
              <a:buSzPts val="1800"/>
              <a:buNone/>
              <a:defRPr sz="1800">
                <a:solidFill>
                  <a:schemeClr val="dk2"/>
                </a:solidFill>
              </a:defRPr>
            </a:lvl1pPr>
            <a:lvl2pPr lvl="1" rtl="0">
              <a:spcBef>
                <a:spcPts val="0"/>
              </a:spcBef>
              <a:spcAft>
                <a:spcPts val="0"/>
              </a:spcAft>
              <a:buClr>
                <a:schemeClr val="dk2"/>
              </a:buClr>
              <a:buSzPts val="1800"/>
              <a:buNone/>
              <a:defRPr sz="1800">
                <a:solidFill>
                  <a:schemeClr val="dk2"/>
                </a:solidFill>
              </a:defRPr>
            </a:lvl2pPr>
            <a:lvl3pPr lvl="2" rtl="0">
              <a:spcBef>
                <a:spcPts val="0"/>
              </a:spcBef>
              <a:spcAft>
                <a:spcPts val="0"/>
              </a:spcAft>
              <a:buClr>
                <a:schemeClr val="dk2"/>
              </a:buClr>
              <a:buSzPts val="1800"/>
              <a:buNone/>
              <a:defRPr sz="1800">
                <a:solidFill>
                  <a:schemeClr val="dk2"/>
                </a:solidFill>
              </a:defRPr>
            </a:lvl3pPr>
            <a:lvl4pPr lvl="3" rtl="0">
              <a:spcBef>
                <a:spcPts val="0"/>
              </a:spcBef>
              <a:spcAft>
                <a:spcPts val="0"/>
              </a:spcAft>
              <a:buClr>
                <a:schemeClr val="dk2"/>
              </a:buClr>
              <a:buSzPts val="1800"/>
              <a:buNone/>
              <a:defRPr sz="1800">
                <a:solidFill>
                  <a:schemeClr val="dk2"/>
                </a:solidFill>
              </a:defRPr>
            </a:lvl4pPr>
            <a:lvl5pPr lvl="4" rtl="0">
              <a:spcBef>
                <a:spcPts val="0"/>
              </a:spcBef>
              <a:spcAft>
                <a:spcPts val="0"/>
              </a:spcAft>
              <a:buClr>
                <a:schemeClr val="dk2"/>
              </a:buClr>
              <a:buSzPts val="1800"/>
              <a:buNone/>
              <a:defRPr sz="1800">
                <a:solidFill>
                  <a:schemeClr val="dk2"/>
                </a:solidFill>
              </a:defRPr>
            </a:lvl5pPr>
            <a:lvl6pPr lvl="5" rtl="0">
              <a:spcBef>
                <a:spcPts val="0"/>
              </a:spcBef>
              <a:spcAft>
                <a:spcPts val="0"/>
              </a:spcAft>
              <a:buClr>
                <a:schemeClr val="dk2"/>
              </a:buClr>
              <a:buSzPts val="1800"/>
              <a:buNone/>
              <a:defRPr sz="1800">
                <a:solidFill>
                  <a:schemeClr val="dk2"/>
                </a:solidFill>
              </a:defRPr>
            </a:lvl6pPr>
            <a:lvl7pPr lvl="6" rtl="0">
              <a:spcBef>
                <a:spcPts val="0"/>
              </a:spcBef>
              <a:spcAft>
                <a:spcPts val="0"/>
              </a:spcAft>
              <a:buClr>
                <a:schemeClr val="dk2"/>
              </a:buClr>
              <a:buSzPts val="1800"/>
              <a:buNone/>
              <a:defRPr sz="1800">
                <a:solidFill>
                  <a:schemeClr val="dk2"/>
                </a:solidFill>
              </a:defRPr>
            </a:lvl7pPr>
            <a:lvl8pPr lvl="7" rtl="0">
              <a:spcBef>
                <a:spcPts val="0"/>
              </a:spcBef>
              <a:spcAft>
                <a:spcPts val="0"/>
              </a:spcAft>
              <a:buClr>
                <a:schemeClr val="dk2"/>
              </a:buClr>
              <a:buSzPts val="1800"/>
              <a:buNone/>
              <a:defRPr sz="1800">
                <a:solidFill>
                  <a:schemeClr val="dk2"/>
                </a:solidFill>
              </a:defRPr>
            </a:lvl8pPr>
            <a:lvl9pPr lvl="8" rtl="0">
              <a:spcBef>
                <a:spcPts val="0"/>
              </a:spcBef>
              <a:spcAft>
                <a:spcPts val="0"/>
              </a:spcAft>
              <a:buClr>
                <a:schemeClr val="dk2"/>
              </a:buClr>
              <a:buSzPts val="1800"/>
              <a:buNone/>
              <a:defRPr sz="1800">
                <a:solidFill>
                  <a:schemeClr val="dk2"/>
                </a:solidFill>
              </a:defRPr>
            </a:lvl9pPr>
          </a:lstStyle>
          <a:p>
            <a:endParaRPr/>
          </a:p>
        </p:txBody>
      </p:sp>
      <p:sp>
        <p:nvSpPr>
          <p:cNvPr id="59" name="Google Shape;59;p10"/>
          <p:cNvSpPr txBox="1">
            <a:spLocks noGrp="1"/>
          </p:cNvSpPr>
          <p:nvPr>
            <p:ph type="subTitle" idx="1"/>
          </p:nvPr>
        </p:nvSpPr>
        <p:spPr>
          <a:xfrm>
            <a:off x="872450" y="3090475"/>
            <a:ext cx="2052000" cy="100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2"/>
              </a:buClr>
              <a:buSzPts val="1100"/>
              <a:buNone/>
              <a:defRPr sz="1100">
                <a:solidFill>
                  <a:schemeClr val="lt2"/>
                </a:solidFill>
              </a:defRPr>
            </a:lvl1pPr>
            <a:lvl2pPr lvl="1" rtl="0">
              <a:lnSpc>
                <a:spcPct val="100000"/>
              </a:lnSpc>
              <a:spcBef>
                <a:spcPts val="0"/>
              </a:spcBef>
              <a:spcAft>
                <a:spcPts val="0"/>
              </a:spcAft>
              <a:buClr>
                <a:schemeClr val="lt2"/>
              </a:buClr>
              <a:buSzPts val="1100"/>
              <a:buNone/>
              <a:defRPr sz="1100">
                <a:solidFill>
                  <a:schemeClr val="lt2"/>
                </a:solidFill>
              </a:defRPr>
            </a:lvl2pPr>
            <a:lvl3pPr lvl="2" rtl="0">
              <a:lnSpc>
                <a:spcPct val="100000"/>
              </a:lnSpc>
              <a:spcBef>
                <a:spcPts val="0"/>
              </a:spcBef>
              <a:spcAft>
                <a:spcPts val="0"/>
              </a:spcAft>
              <a:buClr>
                <a:schemeClr val="lt2"/>
              </a:buClr>
              <a:buSzPts val="1100"/>
              <a:buNone/>
              <a:defRPr sz="1100">
                <a:solidFill>
                  <a:schemeClr val="lt2"/>
                </a:solidFill>
              </a:defRPr>
            </a:lvl3pPr>
            <a:lvl4pPr lvl="3" rtl="0">
              <a:lnSpc>
                <a:spcPct val="100000"/>
              </a:lnSpc>
              <a:spcBef>
                <a:spcPts val="0"/>
              </a:spcBef>
              <a:spcAft>
                <a:spcPts val="0"/>
              </a:spcAft>
              <a:buClr>
                <a:schemeClr val="lt2"/>
              </a:buClr>
              <a:buSzPts val="1100"/>
              <a:buNone/>
              <a:defRPr sz="1100">
                <a:solidFill>
                  <a:schemeClr val="lt2"/>
                </a:solidFill>
              </a:defRPr>
            </a:lvl4pPr>
            <a:lvl5pPr lvl="4" rtl="0">
              <a:lnSpc>
                <a:spcPct val="100000"/>
              </a:lnSpc>
              <a:spcBef>
                <a:spcPts val="0"/>
              </a:spcBef>
              <a:spcAft>
                <a:spcPts val="0"/>
              </a:spcAft>
              <a:buClr>
                <a:schemeClr val="lt2"/>
              </a:buClr>
              <a:buSzPts val="1100"/>
              <a:buNone/>
              <a:defRPr sz="1100">
                <a:solidFill>
                  <a:schemeClr val="lt2"/>
                </a:solidFill>
              </a:defRPr>
            </a:lvl5pPr>
            <a:lvl6pPr lvl="5" rtl="0">
              <a:lnSpc>
                <a:spcPct val="100000"/>
              </a:lnSpc>
              <a:spcBef>
                <a:spcPts val="0"/>
              </a:spcBef>
              <a:spcAft>
                <a:spcPts val="0"/>
              </a:spcAft>
              <a:buClr>
                <a:schemeClr val="lt2"/>
              </a:buClr>
              <a:buSzPts val="1100"/>
              <a:buNone/>
              <a:defRPr sz="1100">
                <a:solidFill>
                  <a:schemeClr val="lt2"/>
                </a:solidFill>
              </a:defRPr>
            </a:lvl6pPr>
            <a:lvl7pPr lvl="6" rtl="0">
              <a:lnSpc>
                <a:spcPct val="100000"/>
              </a:lnSpc>
              <a:spcBef>
                <a:spcPts val="0"/>
              </a:spcBef>
              <a:spcAft>
                <a:spcPts val="0"/>
              </a:spcAft>
              <a:buClr>
                <a:schemeClr val="lt2"/>
              </a:buClr>
              <a:buSzPts val="1100"/>
              <a:buNone/>
              <a:defRPr sz="1100">
                <a:solidFill>
                  <a:schemeClr val="lt2"/>
                </a:solidFill>
              </a:defRPr>
            </a:lvl7pPr>
            <a:lvl8pPr lvl="7" rtl="0">
              <a:lnSpc>
                <a:spcPct val="100000"/>
              </a:lnSpc>
              <a:spcBef>
                <a:spcPts val="0"/>
              </a:spcBef>
              <a:spcAft>
                <a:spcPts val="0"/>
              </a:spcAft>
              <a:buClr>
                <a:schemeClr val="lt2"/>
              </a:buClr>
              <a:buSzPts val="1100"/>
              <a:buNone/>
              <a:defRPr sz="1100">
                <a:solidFill>
                  <a:schemeClr val="lt2"/>
                </a:solidFill>
              </a:defRPr>
            </a:lvl8pPr>
            <a:lvl9pPr lvl="8" rtl="0">
              <a:lnSpc>
                <a:spcPct val="100000"/>
              </a:lnSpc>
              <a:spcBef>
                <a:spcPts val="0"/>
              </a:spcBef>
              <a:spcAft>
                <a:spcPts val="0"/>
              </a:spcAft>
              <a:buClr>
                <a:schemeClr val="lt2"/>
              </a:buClr>
              <a:buSzPts val="1100"/>
              <a:buNone/>
              <a:defRPr sz="1100">
                <a:solidFill>
                  <a:schemeClr val="lt2"/>
                </a:solidFill>
              </a:defRPr>
            </a:lvl9pPr>
          </a:lstStyle>
          <a:p>
            <a:endParaRPr/>
          </a:p>
        </p:txBody>
      </p:sp>
      <p:sp>
        <p:nvSpPr>
          <p:cNvPr id="60" name="Google Shape;60;p10"/>
          <p:cNvSpPr txBox="1">
            <a:spLocks noGrp="1"/>
          </p:cNvSpPr>
          <p:nvPr>
            <p:ph type="ctrTitle" idx="3"/>
          </p:nvPr>
        </p:nvSpPr>
        <p:spPr>
          <a:xfrm>
            <a:off x="3235200" y="2804713"/>
            <a:ext cx="2673600" cy="427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1800"/>
            </a:lvl1pPr>
            <a:lvl2pPr lvl="1" rtl="0">
              <a:spcBef>
                <a:spcPts val="0"/>
              </a:spcBef>
              <a:spcAft>
                <a:spcPts val="0"/>
              </a:spcAft>
              <a:buClr>
                <a:schemeClr val="accent6"/>
              </a:buClr>
              <a:buSzPts val="1800"/>
              <a:buNone/>
              <a:defRPr sz="1800">
                <a:solidFill>
                  <a:schemeClr val="accent6"/>
                </a:solidFill>
              </a:defRPr>
            </a:lvl2pPr>
            <a:lvl3pPr lvl="2" rtl="0">
              <a:spcBef>
                <a:spcPts val="0"/>
              </a:spcBef>
              <a:spcAft>
                <a:spcPts val="0"/>
              </a:spcAft>
              <a:buClr>
                <a:schemeClr val="accent6"/>
              </a:buClr>
              <a:buSzPts val="1800"/>
              <a:buNone/>
              <a:defRPr sz="1800">
                <a:solidFill>
                  <a:schemeClr val="accent6"/>
                </a:solidFill>
              </a:defRPr>
            </a:lvl3pPr>
            <a:lvl4pPr lvl="3" rtl="0">
              <a:spcBef>
                <a:spcPts val="0"/>
              </a:spcBef>
              <a:spcAft>
                <a:spcPts val="0"/>
              </a:spcAft>
              <a:buClr>
                <a:schemeClr val="accent6"/>
              </a:buClr>
              <a:buSzPts val="1800"/>
              <a:buNone/>
              <a:defRPr sz="1800">
                <a:solidFill>
                  <a:schemeClr val="accent6"/>
                </a:solidFill>
              </a:defRPr>
            </a:lvl4pPr>
            <a:lvl5pPr lvl="4" rtl="0">
              <a:spcBef>
                <a:spcPts val="0"/>
              </a:spcBef>
              <a:spcAft>
                <a:spcPts val="0"/>
              </a:spcAft>
              <a:buClr>
                <a:schemeClr val="accent6"/>
              </a:buClr>
              <a:buSzPts val="1800"/>
              <a:buNone/>
              <a:defRPr sz="1800">
                <a:solidFill>
                  <a:schemeClr val="accent6"/>
                </a:solidFill>
              </a:defRPr>
            </a:lvl5pPr>
            <a:lvl6pPr lvl="5" rtl="0">
              <a:spcBef>
                <a:spcPts val="0"/>
              </a:spcBef>
              <a:spcAft>
                <a:spcPts val="0"/>
              </a:spcAft>
              <a:buClr>
                <a:schemeClr val="accent6"/>
              </a:buClr>
              <a:buSzPts val="1800"/>
              <a:buNone/>
              <a:defRPr sz="1800">
                <a:solidFill>
                  <a:schemeClr val="accent6"/>
                </a:solidFill>
              </a:defRPr>
            </a:lvl6pPr>
            <a:lvl7pPr lvl="6" rtl="0">
              <a:spcBef>
                <a:spcPts val="0"/>
              </a:spcBef>
              <a:spcAft>
                <a:spcPts val="0"/>
              </a:spcAft>
              <a:buClr>
                <a:schemeClr val="accent6"/>
              </a:buClr>
              <a:buSzPts val="1800"/>
              <a:buNone/>
              <a:defRPr sz="1800">
                <a:solidFill>
                  <a:schemeClr val="accent6"/>
                </a:solidFill>
              </a:defRPr>
            </a:lvl7pPr>
            <a:lvl8pPr lvl="7" rtl="0">
              <a:spcBef>
                <a:spcPts val="0"/>
              </a:spcBef>
              <a:spcAft>
                <a:spcPts val="0"/>
              </a:spcAft>
              <a:buClr>
                <a:schemeClr val="accent6"/>
              </a:buClr>
              <a:buSzPts val="1800"/>
              <a:buNone/>
              <a:defRPr sz="1800">
                <a:solidFill>
                  <a:schemeClr val="accent6"/>
                </a:solidFill>
              </a:defRPr>
            </a:lvl8pPr>
            <a:lvl9pPr lvl="8" rtl="0">
              <a:spcBef>
                <a:spcPts val="0"/>
              </a:spcBef>
              <a:spcAft>
                <a:spcPts val="0"/>
              </a:spcAft>
              <a:buClr>
                <a:schemeClr val="accent6"/>
              </a:buClr>
              <a:buSzPts val="1800"/>
              <a:buNone/>
              <a:defRPr sz="1800">
                <a:solidFill>
                  <a:schemeClr val="accent6"/>
                </a:solidFill>
              </a:defRPr>
            </a:lvl9pPr>
          </a:lstStyle>
          <a:p>
            <a:endParaRPr/>
          </a:p>
        </p:txBody>
      </p:sp>
      <p:sp>
        <p:nvSpPr>
          <p:cNvPr id="61" name="Google Shape;61;p10"/>
          <p:cNvSpPr txBox="1">
            <a:spLocks noGrp="1"/>
          </p:cNvSpPr>
          <p:nvPr>
            <p:ph type="subTitle" idx="4"/>
          </p:nvPr>
        </p:nvSpPr>
        <p:spPr>
          <a:xfrm>
            <a:off x="3462900" y="2036750"/>
            <a:ext cx="2218200" cy="100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2"/>
              </a:buClr>
              <a:buSzPts val="1100"/>
              <a:buNone/>
              <a:defRPr sz="1100">
                <a:solidFill>
                  <a:schemeClr val="dk2"/>
                </a:solidFill>
              </a:defRPr>
            </a:lvl1pPr>
            <a:lvl2pPr lvl="1" rtl="0">
              <a:lnSpc>
                <a:spcPct val="100000"/>
              </a:lnSpc>
              <a:spcBef>
                <a:spcPts val="0"/>
              </a:spcBef>
              <a:spcAft>
                <a:spcPts val="0"/>
              </a:spcAft>
              <a:buClr>
                <a:schemeClr val="dk2"/>
              </a:buClr>
              <a:buSzPts val="1100"/>
              <a:buNone/>
              <a:defRPr sz="1100">
                <a:solidFill>
                  <a:schemeClr val="dk2"/>
                </a:solidFill>
              </a:defRPr>
            </a:lvl2pPr>
            <a:lvl3pPr lvl="2" rtl="0">
              <a:lnSpc>
                <a:spcPct val="100000"/>
              </a:lnSpc>
              <a:spcBef>
                <a:spcPts val="0"/>
              </a:spcBef>
              <a:spcAft>
                <a:spcPts val="0"/>
              </a:spcAft>
              <a:buClr>
                <a:schemeClr val="dk2"/>
              </a:buClr>
              <a:buSzPts val="1100"/>
              <a:buNone/>
              <a:defRPr sz="1100">
                <a:solidFill>
                  <a:schemeClr val="dk2"/>
                </a:solidFill>
              </a:defRPr>
            </a:lvl3pPr>
            <a:lvl4pPr lvl="3" rtl="0">
              <a:lnSpc>
                <a:spcPct val="100000"/>
              </a:lnSpc>
              <a:spcBef>
                <a:spcPts val="0"/>
              </a:spcBef>
              <a:spcAft>
                <a:spcPts val="0"/>
              </a:spcAft>
              <a:buClr>
                <a:schemeClr val="dk2"/>
              </a:buClr>
              <a:buSzPts val="1100"/>
              <a:buNone/>
              <a:defRPr sz="1100">
                <a:solidFill>
                  <a:schemeClr val="dk2"/>
                </a:solidFill>
              </a:defRPr>
            </a:lvl4pPr>
            <a:lvl5pPr lvl="4" rtl="0">
              <a:lnSpc>
                <a:spcPct val="100000"/>
              </a:lnSpc>
              <a:spcBef>
                <a:spcPts val="0"/>
              </a:spcBef>
              <a:spcAft>
                <a:spcPts val="0"/>
              </a:spcAft>
              <a:buClr>
                <a:schemeClr val="dk2"/>
              </a:buClr>
              <a:buSzPts val="1100"/>
              <a:buNone/>
              <a:defRPr sz="1100">
                <a:solidFill>
                  <a:schemeClr val="dk2"/>
                </a:solidFill>
              </a:defRPr>
            </a:lvl5pPr>
            <a:lvl6pPr lvl="5" rtl="0">
              <a:lnSpc>
                <a:spcPct val="100000"/>
              </a:lnSpc>
              <a:spcBef>
                <a:spcPts val="0"/>
              </a:spcBef>
              <a:spcAft>
                <a:spcPts val="0"/>
              </a:spcAft>
              <a:buClr>
                <a:schemeClr val="dk2"/>
              </a:buClr>
              <a:buSzPts val="1100"/>
              <a:buNone/>
              <a:defRPr sz="1100">
                <a:solidFill>
                  <a:schemeClr val="dk2"/>
                </a:solidFill>
              </a:defRPr>
            </a:lvl6pPr>
            <a:lvl7pPr lvl="6" rtl="0">
              <a:lnSpc>
                <a:spcPct val="100000"/>
              </a:lnSpc>
              <a:spcBef>
                <a:spcPts val="0"/>
              </a:spcBef>
              <a:spcAft>
                <a:spcPts val="0"/>
              </a:spcAft>
              <a:buClr>
                <a:schemeClr val="dk2"/>
              </a:buClr>
              <a:buSzPts val="1100"/>
              <a:buNone/>
              <a:defRPr sz="1100">
                <a:solidFill>
                  <a:schemeClr val="dk2"/>
                </a:solidFill>
              </a:defRPr>
            </a:lvl7pPr>
            <a:lvl8pPr lvl="7" rtl="0">
              <a:lnSpc>
                <a:spcPct val="100000"/>
              </a:lnSpc>
              <a:spcBef>
                <a:spcPts val="0"/>
              </a:spcBef>
              <a:spcAft>
                <a:spcPts val="0"/>
              </a:spcAft>
              <a:buClr>
                <a:schemeClr val="dk2"/>
              </a:buClr>
              <a:buSzPts val="1100"/>
              <a:buNone/>
              <a:defRPr sz="1100">
                <a:solidFill>
                  <a:schemeClr val="dk2"/>
                </a:solidFill>
              </a:defRPr>
            </a:lvl8pPr>
            <a:lvl9pPr lvl="8" rtl="0">
              <a:lnSpc>
                <a:spcPct val="100000"/>
              </a:lnSpc>
              <a:spcBef>
                <a:spcPts val="0"/>
              </a:spcBef>
              <a:spcAft>
                <a:spcPts val="0"/>
              </a:spcAft>
              <a:buClr>
                <a:schemeClr val="dk2"/>
              </a:buClr>
              <a:buSzPts val="1100"/>
              <a:buNone/>
              <a:defRPr sz="1100">
                <a:solidFill>
                  <a:schemeClr val="dk2"/>
                </a:solidFill>
              </a:defRPr>
            </a:lvl9pPr>
          </a:lstStyle>
          <a:p>
            <a:endParaRPr/>
          </a:p>
        </p:txBody>
      </p:sp>
      <p:sp>
        <p:nvSpPr>
          <p:cNvPr id="62" name="Google Shape;62;p10"/>
          <p:cNvSpPr txBox="1">
            <a:spLocks noGrp="1"/>
          </p:cNvSpPr>
          <p:nvPr>
            <p:ph type="ctrTitle" idx="5"/>
          </p:nvPr>
        </p:nvSpPr>
        <p:spPr>
          <a:xfrm>
            <a:off x="5908800" y="2804713"/>
            <a:ext cx="2673600" cy="4275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2"/>
              </a:buClr>
              <a:buSzPts val="1800"/>
              <a:buNone/>
              <a:defRPr sz="1800">
                <a:solidFill>
                  <a:schemeClr val="dk2"/>
                </a:solidFill>
              </a:defRPr>
            </a:lvl1pPr>
            <a:lvl2pPr lvl="1" rtl="0">
              <a:spcBef>
                <a:spcPts val="0"/>
              </a:spcBef>
              <a:spcAft>
                <a:spcPts val="0"/>
              </a:spcAft>
              <a:buClr>
                <a:schemeClr val="dk2"/>
              </a:buClr>
              <a:buSzPts val="1800"/>
              <a:buNone/>
              <a:defRPr sz="1800">
                <a:solidFill>
                  <a:schemeClr val="dk2"/>
                </a:solidFill>
              </a:defRPr>
            </a:lvl2pPr>
            <a:lvl3pPr lvl="2" rtl="0">
              <a:spcBef>
                <a:spcPts val="0"/>
              </a:spcBef>
              <a:spcAft>
                <a:spcPts val="0"/>
              </a:spcAft>
              <a:buClr>
                <a:schemeClr val="dk2"/>
              </a:buClr>
              <a:buSzPts val="1800"/>
              <a:buNone/>
              <a:defRPr sz="1800">
                <a:solidFill>
                  <a:schemeClr val="dk2"/>
                </a:solidFill>
              </a:defRPr>
            </a:lvl3pPr>
            <a:lvl4pPr lvl="3" rtl="0">
              <a:spcBef>
                <a:spcPts val="0"/>
              </a:spcBef>
              <a:spcAft>
                <a:spcPts val="0"/>
              </a:spcAft>
              <a:buClr>
                <a:schemeClr val="dk2"/>
              </a:buClr>
              <a:buSzPts val="1800"/>
              <a:buNone/>
              <a:defRPr sz="1800">
                <a:solidFill>
                  <a:schemeClr val="dk2"/>
                </a:solidFill>
              </a:defRPr>
            </a:lvl4pPr>
            <a:lvl5pPr lvl="4" rtl="0">
              <a:spcBef>
                <a:spcPts val="0"/>
              </a:spcBef>
              <a:spcAft>
                <a:spcPts val="0"/>
              </a:spcAft>
              <a:buClr>
                <a:schemeClr val="dk2"/>
              </a:buClr>
              <a:buSzPts val="1800"/>
              <a:buNone/>
              <a:defRPr sz="1800">
                <a:solidFill>
                  <a:schemeClr val="dk2"/>
                </a:solidFill>
              </a:defRPr>
            </a:lvl5pPr>
            <a:lvl6pPr lvl="5" rtl="0">
              <a:spcBef>
                <a:spcPts val="0"/>
              </a:spcBef>
              <a:spcAft>
                <a:spcPts val="0"/>
              </a:spcAft>
              <a:buClr>
                <a:schemeClr val="dk2"/>
              </a:buClr>
              <a:buSzPts val="1800"/>
              <a:buNone/>
              <a:defRPr sz="1800">
                <a:solidFill>
                  <a:schemeClr val="dk2"/>
                </a:solidFill>
              </a:defRPr>
            </a:lvl6pPr>
            <a:lvl7pPr lvl="6" rtl="0">
              <a:spcBef>
                <a:spcPts val="0"/>
              </a:spcBef>
              <a:spcAft>
                <a:spcPts val="0"/>
              </a:spcAft>
              <a:buClr>
                <a:schemeClr val="dk2"/>
              </a:buClr>
              <a:buSzPts val="1800"/>
              <a:buNone/>
              <a:defRPr sz="1800">
                <a:solidFill>
                  <a:schemeClr val="dk2"/>
                </a:solidFill>
              </a:defRPr>
            </a:lvl7pPr>
            <a:lvl8pPr lvl="7" rtl="0">
              <a:spcBef>
                <a:spcPts val="0"/>
              </a:spcBef>
              <a:spcAft>
                <a:spcPts val="0"/>
              </a:spcAft>
              <a:buClr>
                <a:schemeClr val="dk2"/>
              </a:buClr>
              <a:buSzPts val="1800"/>
              <a:buNone/>
              <a:defRPr sz="1800">
                <a:solidFill>
                  <a:schemeClr val="dk2"/>
                </a:solidFill>
              </a:defRPr>
            </a:lvl8pPr>
            <a:lvl9pPr lvl="8" rtl="0">
              <a:spcBef>
                <a:spcPts val="0"/>
              </a:spcBef>
              <a:spcAft>
                <a:spcPts val="0"/>
              </a:spcAft>
              <a:buClr>
                <a:schemeClr val="dk2"/>
              </a:buClr>
              <a:buSzPts val="1800"/>
              <a:buNone/>
              <a:defRPr sz="1800">
                <a:solidFill>
                  <a:schemeClr val="dk2"/>
                </a:solidFill>
              </a:defRPr>
            </a:lvl9pPr>
          </a:lstStyle>
          <a:p>
            <a:endParaRPr/>
          </a:p>
        </p:txBody>
      </p:sp>
      <p:sp>
        <p:nvSpPr>
          <p:cNvPr id="63" name="Google Shape;63;p10"/>
          <p:cNvSpPr txBox="1">
            <a:spLocks noGrp="1"/>
          </p:cNvSpPr>
          <p:nvPr>
            <p:ph type="subTitle" idx="6"/>
          </p:nvPr>
        </p:nvSpPr>
        <p:spPr>
          <a:xfrm>
            <a:off x="6136500" y="3090475"/>
            <a:ext cx="2218200" cy="100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2"/>
              </a:buClr>
              <a:buSzPts val="1100"/>
              <a:buNone/>
              <a:defRPr sz="1100">
                <a:solidFill>
                  <a:schemeClr val="lt2"/>
                </a:solidFill>
              </a:defRPr>
            </a:lvl1pPr>
            <a:lvl2pPr lvl="1" rtl="0">
              <a:lnSpc>
                <a:spcPct val="100000"/>
              </a:lnSpc>
              <a:spcBef>
                <a:spcPts val="0"/>
              </a:spcBef>
              <a:spcAft>
                <a:spcPts val="0"/>
              </a:spcAft>
              <a:buClr>
                <a:schemeClr val="lt2"/>
              </a:buClr>
              <a:buSzPts val="1100"/>
              <a:buNone/>
              <a:defRPr sz="1100">
                <a:solidFill>
                  <a:schemeClr val="lt2"/>
                </a:solidFill>
              </a:defRPr>
            </a:lvl2pPr>
            <a:lvl3pPr lvl="2" rtl="0">
              <a:lnSpc>
                <a:spcPct val="100000"/>
              </a:lnSpc>
              <a:spcBef>
                <a:spcPts val="0"/>
              </a:spcBef>
              <a:spcAft>
                <a:spcPts val="0"/>
              </a:spcAft>
              <a:buClr>
                <a:schemeClr val="lt2"/>
              </a:buClr>
              <a:buSzPts val="1100"/>
              <a:buNone/>
              <a:defRPr sz="1100">
                <a:solidFill>
                  <a:schemeClr val="lt2"/>
                </a:solidFill>
              </a:defRPr>
            </a:lvl3pPr>
            <a:lvl4pPr lvl="3" rtl="0">
              <a:lnSpc>
                <a:spcPct val="100000"/>
              </a:lnSpc>
              <a:spcBef>
                <a:spcPts val="0"/>
              </a:spcBef>
              <a:spcAft>
                <a:spcPts val="0"/>
              </a:spcAft>
              <a:buClr>
                <a:schemeClr val="lt2"/>
              </a:buClr>
              <a:buSzPts val="1100"/>
              <a:buNone/>
              <a:defRPr sz="1100">
                <a:solidFill>
                  <a:schemeClr val="lt2"/>
                </a:solidFill>
              </a:defRPr>
            </a:lvl4pPr>
            <a:lvl5pPr lvl="4" rtl="0">
              <a:lnSpc>
                <a:spcPct val="100000"/>
              </a:lnSpc>
              <a:spcBef>
                <a:spcPts val="0"/>
              </a:spcBef>
              <a:spcAft>
                <a:spcPts val="0"/>
              </a:spcAft>
              <a:buClr>
                <a:schemeClr val="lt2"/>
              </a:buClr>
              <a:buSzPts val="1100"/>
              <a:buNone/>
              <a:defRPr sz="1100">
                <a:solidFill>
                  <a:schemeClr val="lt2"/>
                </a:solidFill>
              </a:defRPr>
            </a:lvl5pPr>
            <a:lvl6pPr lvl="5" rtl="0">
              <a:lnSpc>
                <a:spcPct val="100000"/>
              </a:lnSpc>
              <a:spcBef>
                <a:spcPts val="0"/>
              </a:spcBef>
              <a:spcAft>
                <a:spcPts val="0"/>
              </a:spcAft>
              <a:buClr>
                <a:schemeClr val="lt2"/>
              </a:buClr>
              <a:buSzPts val="1100"/>
              <a:buNone/>
              <a:defRPr sz="1100">
                <a:solidFill>
                  <a:schemeClr val="lt2"/>
                </a:solidFill>
              </a:defRPr>
            </a:lvl6pPr>
            <a:lvl7pPr lvl="6" rtl="0">
              <a:lnSpc>
                <a:spcPct val="100000"/>
              </a:lnSpc>
              <a:spcBef>
                <a:spcPts val="0"/>
              </a:spcBef>
              <a:spcAft>
                <a:spcPts val="0"/>
              </a:spcAft>
              <a:buClr>
                <a:schemeClr val="lt2"/>
              </a:buClr>
              <a:buSzPts val="1100"/>
              <a:buNone/>
              <a:defRPr sz="1100">
                <a:solidFill>
                  <a:schemeClr val="lt2"/>
                </a:solidFill>
              </a:defRPr>
            </a:lvl7pPr>
            <a:lvl8pPr lvl="7" rtl="0">
              <a:lnSpc>
                <a:spcPct val="100000"/>
              </a:lnSpc>
              <a:spcBef>
                <a:spcPts val="0"/>
              </a:spcBef>
              <a:spcAft>
                <a:spcPts val="0"/>
              </a:spcAft>
              <a:buClr>
                <a:schemeClr val="lt2"/>
              </a:buClr>
              <a:buSzPts val="1100"/>
              <a:buNone/>
              <a:defRPr sz="1100">
                <a:solidFill>
                  <a:schemeClr val="lt2"/>
                </a:solidFill>
              </a:defRPr>
            </a:lvl8pPr>
            <a:lvl9pPr lvl="8" rtl="0">
              <a:lnSpc>
                <a:spcPct val="100000"/>
              </a:lnSpc>
              <a:spcBef>
                <a:spcPts val="0"/>
              </a:spcBef>
              <a:spcAft>
                <a:spcPts val="0"/>
              </a:spcAft>
              <a:buClr>
                <a:schemeClr val="lt2"/>
              </a:buClr>
              <a:buSzPts val="1100"/>
              <a:buNone/>
              <a:defRPr sz="1100">
                <a:solidFill>
                  <a:schemeClr val="lt2"/>
                </a:solidFil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lumns">
  <p:cSld name="CUSTOM_25_1">
    <p:bg>
      <p:bgPr>
        <a:blipFill>
          <a:blip r:embed="rId2">
            <a:alphaModFix/>
          </a:blip>
          <a:stretch>
            <a:fillRect/>
          </a:stretch>
        </a:blipFill>
        <a:effectLst/>
      </p:bgPr>
    </p:bg>
    <p:spTree>
      <p:nvGrpSpPr>
        <p:cNvPr id="1" name="Shape 82"/>
        <p:cNvGrpSpPr/>
        <p:nvPr/>
      </p:nvGrpSpPr>
      <p:grpSpPr>
        <a:xfrm>
          <a:off x="0" y="0"/>
          <a:ext cx="0" cy="0"/>
          <a:chOff x="0" y="0"/>
          <a:chExt cx="0" cy="0"/>
        </a:xfrm>
      </p:grpSpPr>
      <p:sp>
        <p:nvSpPr>
          <p:cNvPr id="83" name="Google Shape;83;p13"/>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2"/>
              </a:buClr>
              <a:buSzPts val="2400"/>
              <a:buNone/>
              <a:defRPr sz="2400">
                <a:solidFill>
                  <a:schemeClr val="dk2"/>
                </a:solidFill>
              </a:defRPr>
            </a:lvl1pPr>
            <a:lvl2pPr lvl="1" algn="r" rtl="0">
              <a:spcBef>
                <a:spcPts val="0"/>
              </a:spcBef>
              <a:spcAft>
                <a:spcPts val="0"/>
              </a:spcAft>
              <a:buClr>
                <a:schemeClr val="dk2"/>
              </a:buClr>
              <a:buSzPts val="2400"/>
              <a:buNone/>
              <a:defRPr sz="2400">
                <a:solidFill>
                  <a:schemeClr val="dk2"/>
                </a:solidFill>
              </a:defRPr>
            </a:lvl2pPr>
            <a:lvl3pPr lvl="2" algn="r" rtl="0">
              <a:spcBef>
                <a:spcPts val="0"/>
              </a:spcBef>
              <a:spcAft>
                <a:spcPts val="0"/>
              </a:spcAft>
              <a:buClr>
                <a:schemeClr val="dk2"/>
              </a:buClr>
              <a:buSzPts val="2400"/>
              <a:buNone/>
              <a:defRPr sz="2400">
                <a:solidFill>
                  <a:schemeClr val="dk2"/>
                </a:solidFill>
              </a:defRPr>
            </a:lvl3pPr>
            <a:lvl4pPr lvl="3" algn="r" rtl="0">
              <a:spcBef>
                <a:spcPts val="0"/>
              </a:spcBef>
              <a:spcAft>
                <a:spcPts val="0"/>
              </a:spcAft>
              <a:buClr>
                <a:schemeClr val="dk2"/>
              </a:buClr>
              <a:buSzPts val="2400"/>
              <a:buNone/>
              <a:defRPr sz="2400">
                <a:solidFill>
                  <a:schemeClr val="dk2"/>
                </a:solidFill>
              </a:defRPr>
            </a:lvl4pPr>
            <a:lvl5pPr lvl="4" algn="r" rtl="0">
              <a:spcBef>
                <a:spcPts val="0"/>
              </a:spcBef>
              <a:spcAft>
                <a:spcPts val="0"/>
              </a:spcAft>
              <a:buClr>
                <a:schemeClr val="dk2"/>
              </a:buClr>
              <a:buSzPts val="2400"/>
              <a:buNone/>
              <a:defRPr sz="2400">
                <a:solidFill>
                  <a:schemeClr val="dk2"/>
                </a:solidFill>
              </a:defRPr>
            </a:lvl5pPr>
            <a:lvl6pPr lvl="5" algn="r" rtl="0">
              <a:spcBef>
                <a:spcPts val="0"/>
              </a:spcBef>
              <a:spcAft>
                <a:spcPts val="0"/>
              </a:spcAft>
              <a:buClr>
                <a:schemeClr val="dk2"/>
              </a:buClr>
              <a:buSzPts val="2400"/>
              <a:buNone/>
              <a:defRPr sz="2400">
                <a:solidFill>
                  <a:schemeClr val="dk2"/>
                </a:solidFill>
              </a:defRPr>
            </a:lvl6pPr>
            <a:lvl7pPr lvl="6" algn="r" rtl="0">
              <a:spcBef>
                <a:spcPts val="0"/>
              </a:spcBef>
              <a:spcAft>
                <a:spcPts val="0"/>
              </a:spcAft>
              <a:buClr>
                <a:schemeClr val="dk2"/>
              </a:buClr>
              <a:buSzPts val="2400"/>
              <a:buNone/>
              <a:defRPr sz="2400">
                <a:solidFill>
                  <a:schemeClr val="dk2"/>
                </a:solidFill>
              </a:defRPr>
            </a:lvl7pPr>
            <a:lvl8pPr lvl="7" algn="r" rtl="0">
              <a:spcBef>
                <a:spcPts val="0"/>
              </a:spcBef>
              <a:spcAft>
                <a:spcPts val="0"/>
              </a:spcAft>
              <a:buClr>
                <a:schemeClr val="dk2"/>
              </a:buClr>
              <a:buSzPts val="2400"/>
              <a:buNone/>
              <a:defRPr sz="2400">
                <a:solidFill>
                  <a:schemeClr val="dk2"/>
                </a:solidFill>
              </a:defRPr>
            </a:lvl8pPr>
            <a:lvl9pPr lvl="8" algn="r" rtl="0">
              <a:spcBef>
                <a:spcPts val="0"/>
              </a:spcBef>
              <a:spcAft>
                <a:spcPts val="0"/>
              </a:spcAft>
              <a:buClr>
                <a:schemeClr val="dk2"/>
              </a:buClr>
              <a:buSzPts val="2400"/>
              <a:buNone/>
              <a:defRPr sz="2400">
                <a:solidFill>
                  <a:schemeClr val="dk2"/>
                </a:solidFill>
              </a:defRPr>
            </a:lvl9pPr>
          </a:lstStyle>
          <a:p>
            <a:endParaRPr/>
          </a:p>
        </p:txBody>
      </p:sp>
      <p:sp>
        <p:nvSpPr>
          <p:cNvPr id="84" name="Google Shape;84;p13"/>
          <p:cNvSpPr txBox="1">
            <a:spLocks noGrp="1"/>
          </p:cNvSpPr>
          <p:nvPr>
            <p:ph type="ctrTitle" idx="2"/>
          </p:nvPr>
        </p:nvSpPr>
        <p:spPr>
          <a:xfrm>
            <a:off x="1741950" y="2846700"/>
            <a:ext cx="1257900" cy="4275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14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85" name="Google Shape;85;p13"/>
          <p:cNvSpPr txBox="1">
            <a:spLocks noGrp="1"/>
          </p:cNvSpPr>
          <p:nvPr>
            <p:ph type="subTitle" idx="1"/>
          </p:nvPr>
        </p:nvSpPr>
        <p:spPr>
          <a:xfrm>
            <a:off x="1741950" y="1650025"/>
            <a:ext cx="2157300" cy="100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100"/>
              <a:buNone/>
              <a:defRPr sz="1300"/>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
        <p:nvSpPr>
          <p:cNvPr id="86" name="Google Shape;86;p13"/>
          <p:cNvSpPr txBox="1">
            <a:spLocks noGrp="1"/>
          </p:cNvSpPr>
          <p:nvPr>
            <p:ph type="ctrTitle" idx="3"/>
          </p:nvPr>
        </p:nvSpPr>
        <p:spPr>
          <a:xfrm>
            <a:off x="5633751" y="3635300"/>
            <a:ext cx="1780500" cy="4275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000"/>
              <a:buNone/>
              <a:defRPr sz="14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87" name="Google Shape;87;p13"/>
          <p:cNvSpPr txBox="1">
            <a:spLocks noGrp="1"/>
          </p:cNvSpPr>
          <p:nvPr>
            <p:ph type="subTitle" idx="4"/>
          </p:nvPr>
        </p:nvSpPr>
        <p:spPr>
          <a:xfrm>
            <a:off x="5256958" y="2440056"/>
            <a:ext cx="2157300" cy="1003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100"/>
              <a:buNone/>
              <a:defRPr sz="1300"/>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slide">
  <p:cSld name="CUSTOM_33">
    <p:bg>
      <p:bgPr>
        <a:noFill/>
        <a:effectLst/>
      </p:bgPr>
    </p:bg>
    <p:spTree>
      <p:nvGrpSpPr>
        <p:cNvPr id="1" name="Shape 12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Exo 2"/>
              <a:buNone/>
              <a:defRPr sz="2800" b="1">
                <a:solidFill>
                  <a:schemeClr val="dk1"/>
                </a:solidFill>
                <a:latin typeface="Exo 2"/>
                <a:ea typeface="Exo 2"/>
                <a:cs typeface="Exo 2"/>
                <a:sym typeface="Exo 2"/>
              </a:defRPr>
            </a:lvl1pPr>
            <a:lvl2pPr lvl="1" rtl="0">
              <a:spcBef>
                <a:spcPts val="0"/>
              </a:spcBef>
              <a:spcAft>
                <a:spcPts val="0"/>
              </a:spcAft>
              <a:buClr>
                <a:schemeClr val="dk1"/>
              </a:buClr>
              <a:buSzPts val="2800"/>
              <a:buFont typeface="Squada One"/>
              <a:buNone/>
              <a:defRPr sz="2800">
                <a:solidFill>
                  <a:schemeClr val="dk1"/>
                </a:solidFill>
                <a:latin typeface="Squada One"/>
                <a:ea typeface="Squada One"/>
                <a:cs typeface="Squada One"/>
                <a:sym typeface="Squada One"/>
              </a:defRPr>
            </a:lvl2pPr>
            <a:lvl3pPr lvl="2" rtl="0">
              <a:spcBef>
                <a:spcPts val="0"/>
              </a:spcBef>
              <a:spcAft>
                <a:spcPts val="0"/>
              </a:spcAft>
              <a:buClr>
                <a:schemeClr val="dk1"/>
              </a:buClr>
              <a:buSzPts val="2800"/>
              <a:buFont typeface="Squada One"/>
              <a:buNone/>
              <a:defRPr sz="2800">
                <a:solidFill>
                  <a:schemeClr val="dk1"/>
                </a:solidFill>
                <a:latin typeface="Squada One"/>
                <a:ea typeface="Squada One"/>
                <a:cs typeface="Squada One"/>
                <a:sym typeface="Squada One"/>
              </a:defRPr>
            </a:lvl3pPr>
            <a:lvl4pPr lvl="3" rtl="0">
              <a:spcBef>
                <a:spcPts val="0"/>
              </a:spcBef>
              <a:spcAft>
                <a:spcPts val="0"/>
              </a:spcAft>
              <a:buClr>
                <a:schemeClr val="dk1"/>
              </a:buClr>
              <a:buSzPts val="2800"/>
              <a:buFont typeface="Squada One"/>
              <a:buNone/>
              <a:defRPr sz="2800">
                <a:solidFill>
                  <a:schemeClr val="dk1"/>
                </a:solidFill>
                <a:latin typeface="Squada One"/>
                <a:ea typeface="Squada One"/>
                <a:cs typeface="Squada One"/>
                <a:sym typeface="Squada One"/>
              </a:defRPr>
            </a:lvl4pPr>
            <a:lvl5pPr lvl="4" rtl="0">
              <a:spcBef>
                <a:spcPts val="0"/>
              </a:spcBef>
              <a:spcAft>
                <a:spcPts val="0"/>
              </a:spcAft>
              <a:buClr>
                <a:schemeClr val="dk1"/>
              </a:buClr>
              <a:buSzPts val="2800"/>
              <a:buFont typeface="Squada One"/>
              <a:buNone/>
              <a:defRPr sz="2800">
                <a:solidFill>
                  <a:schemeClr val="dk1"/>
                </a:solidFill>
                <a:latin typeface="Squada One"/>
                <a:ea typeface="Squada One"/>
                <a:cs typeface="Squada One"/>
                <a:sym typeface="Squada One"/>
              </a:defRPr>
            </a:lvl5pPr>
            <a:lvl6pPr lvl="5" rtl="0">
              <a:spcBef>
                <a:spcPts val="0"/>
              </a:spcBef>
              <a:spcAft>
                <a:spcPts val="0"/>
              </a:spcAft>
              <a:buClr>
                <a:schemeClr val="dk1"/>
              </a:buClr>
              <a:buSzPts val="2800"/>
              <a:buFont typeface="Squada One"/>
              <a:buNone/>
              <a:defRPr sz="2800">
                <a:solidFill>
                  <a:schemeClr val="dk1"/>
                </a:solidFill>
                <a:latin typeface="Squada One"/>
                <a:ea typeface="Squada One"/>
                <a:cs typeface="Squada One"/>
                <a:sym typeface="Squada One"/>
              </a:defRPr>
            </a:lvl6pPr>
            <a:lvl7pPr lvl="6" rtl="0">
              <a:spcBef>
                <a:spcPts val="0"/>
              </a:spcBef>
              <a:spcAft>
                <a:spcPts val="0"/>
              </a:spcAft>
              <a:buClr>
                <a:schemeClr val="dk1"/>
              </a:buClr>
              <a:buSzPts val="2800"/>
              <a:buFont typeface="Squada One"/>
              <a:buNone/>
              <a:defRPr sz="2800">
                <a:solidFill>
                  <a:schemeClr val="dk1"/>
                </a:solidFill>
                <a:latin typeface="Squada One"/>
                <a:ea typeface="Squada One"/>
                <a:cs typeface="Squada One"/>
                <a:sym typeface="Squada One"/>
              </a:defRPr>
            </a:lvl7pPr>
            <a:lvl8pPr lvl="7" rtl="0">
              <a:spcBef>
                <a:spcPts val="0"/>
              </a:spcBef>
              <a:spcAft>
                <a:spcPts val="0"/>
              </a:spcAft>
              <a:buClr>
                <a:schemeClr val="dk1"/>
              </a:buClr>
              <a:buSzPts val="2800"/>
              <a:buFont typeface="Squada One"/>
              <a:buNone/>
              <a:defRPr sz="2800">
                <a:solidFill>
                  <a:schemeClr val="dk1"/>
                </a:solidFill>
                <a:latin typeface="Squada One"/>
                <a:ea typeface="Squada One"/>
                <a:cs typeface="Squada One"/>
                <a:sym typeface="Squada One"/>
              </a:defRPr>
            </a:lvl8pPr>
            <a:lvl9pPr lvl="8" rtl="0">
              <a:spcBef>
                <a:spcPts val="0"/>
              </a:spcBef>
              <a:spcAft>
                <a:spcPts val="0"/>
              </a:spcAft>
              <a:buClr>
                <a:schemeClr val="dk1"/>
              </a:buClr>
              <a:buSzPts val="2800"/>
              <a:buFont typeface="Squada One"/>
              <a:buNone/>
              <a:defRPr sz="2800">
                <a:solidFill>
                  <a:schemeClr val="dk1"/>
                </a:solidFill>
                <a:latin typeface="Squada One"/>
                <a:ea typeface="Squada One"/>
                <a:cs typeface="Squada One"/>
                <a:sym typeface="Squada One"/>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04800" rtl="0">
              <a:lnSpc>
                <a:spcPct val="115000"/>
              </a:lnSpc>
              <a:spcBef>
                <a:spcPts val="0"/>
              </a:spcBef>
              <a:spcAft>
                <a:spcPts val="0"/>
              </a:spcAft>
              <a:buClr>
                <a:schemeClr val="dk1"/>
              </a:buClr>
              <a:buSzPts val="1200"/>
              <a:buFont typeface="Roboto Condensed Light"/>
              <a:buChar char="●"/>
              <a:defRPr sz="1200">
                <a:solidFill>
                  <a:schemeClr val="dk1"/>
                </a:solidFill>
                <a:latin typeface="Roboto Condensed Light"/>
                <a:ea typeface="Roboto Condensed Light"/>
                <a:cs typeface="Roboto Condensed Light"/>
                <a:sym typeface="Roboto Condensed Light"/>
              </a:defRPr>
            </a:lvl1pPr>
            <a:lvl2pPr marL="914400" lvl="1" indent="-304800" rtl="0">
              <a:lnSpc>
                <a:spcPct val="115000"/>
              </a:lnSpc>
              <a:spcBef>
                <a:spcPts val="1600"/>
              </a:spcBef>
              <a:spcAft>
                <a:spcPts val="0"/>
              </a:spcAft>
              <a:buClr>
                <a:schemeClr val="dk1"/>
              </a:buClr>
              <a:buSzPts val="1200"/>
              <a:buFont typeface="Roboto Condensed Light"/>
              <a:buChar char="○"/>
              <a:defRPr sz="1200">
                <a:solidFill>
                  <a:schemeClr val="dk1"/>
                </a:solidFill>
                <a:latin typeface="Roboto Condensed Light"/>
                <a:ea typeface="Roboto Condensed Light"/>
                <a:cs typeface="Roboto Condensed Light"/>
                <a:sym typeface="Roboto Condensed Light"/>
              </a:defRPr>
            </a:lvl2pPr>
            <a:lvl3pPr marL="1371600" lvl="2" indent="-304800" rtl="0">
              <a:lnSpc>
                <a:spcPct val="115000"/>
              </a:lnSpc>
              <a:spcBef>
                <a:spcPts val="1600"/>
              </a:spcBef>
              <a:spcAft>
                <a:spcPts val="0"/>
              </a:spcAft>
              <a:buClr>
                <a:schemeClr val="dk1"/>
              </a:buClr>
              <a:buSzPts val="1200"/>
              <a:buFont typeface="Roboto Condensed Light"/>
              <a:buChar char="■"/>
              <a:defRPr sz="1200">
                <a:solidFill>
                  <a:schemeClr val="dk1"/>
                </a:solidFill>
                <a:latin typeface="Roboto Condensed Light"/>
                <a:ea typeface="Roboto Condensed Light"/>
                <a:cs typeface="Roboto Condensed Light"/>
                <a:sym typeface="Roboto Condensed Light"/>
              </a:defRPr>
            </a:lvl3pPr>
            <a:lvl4pPr marL="1828800" lvl="3" indent="-304800" rtl="0">
              <a:lnSpc>
                <a:spcPct val="115000"/>
              </a:lnSpc>
              <a:spcBef>
                <a:spcPts val="1600"/>
              </a:spcBef>
              <a:spcAft>
                <a:spcPts val="0"/>
              </a:spcAft>
              <a:buClr>
                <a:schemeClr val="dk1"/>
              </a:buClr>
              <a:buSzPts val="1200"/>
              <a:buFont typeface="Roboto Condensed Light"/>
              <a:buChar char="●"/>
              <a:defRPr sz="1200">
                <a:solidFill>
                  <a:schemeClr val="dk1"/>
                </a:solidFill>
                <a:latin typeface="Roboto Condensed Light"/>
                <a:ea typeface="Roboto Condensed Light"/>
                <a:cs typeface="Roboto Condensed Light"/>
                <a:sym typeface="Roboto Condensed Light"/>
              </a:defRPr>
            </a:lvl4pPr>
            <a:lvl5pPr marL="2286000" lvl="4" indent="-304800" rtl="0">
              <a:lnSpc>
                <a:spcPct val="115000"/>
              </a:lnSpc>
              <a:spcBef>
                <a:spcPts val="1600"/>
              </a:spcBef>
              <a:spcAft>
                <a:spcPts val="0"/>
              </a:spcAft>
              <a:buClr>
                <a:schemeClr val="dk1"/>
              </a:buClr>
              <a:buSzPts val="1200"/>
              <a:buFont typeface="Roboto Condensed Light"/>
              <a:buChar char="○"/>
              <a:defRPr sz="1200">
                <a:solidFill>
                  <a:schemeClr val="dk1"/>
                </a:solidFill>
                <a:latin typeface="Roboto Condensed Light"/>
                <a:ea typeface="Roboto Condensed Light"/>
                <a:cs typeface="Roboto Condensed Light"/>
                <a:sym typeface="Roboto Condensed Light"/>
              </a:defRPr>
            </a:lvl5pPr>
            <a:lvl6pPr marL="2743200" lvl="5" indent="-304800" rtl="0">
              <a:lnSpc>
                <a:spcPct val="115000"/>
              </a:lnSpc>
              <a:spcBef>
                <a:spcPts val="1600"/>
              </a:spcBef>
              <a:spcAft>
                <a:spcPts val="0"/>
              </a:spcAft>
              <a:buClr>
                <a:schemeClr val="dk1"/>
              </a:buClr>
              <a:buSzPts val="1200"/>
              <a:buFont typeface="Roboto Condensed Light"/>
              <a:buChar char="■"/>
              <a:defRPr sz="1200">
                <a:solidFill>
                  <a:schemeClr val="dk1"/>
                </a:solidFill>
                <a:latin typeface="Roboto Condensed Light"/>
                <a:ea typeface="Roboto Condensed Light"/>
                <a:cs typeface="Roboto Condensed Light"/>
                <a:sym typeface="Roboto Condensed Light"/>
              </a:defRPr>
            </a:lvl6pPr>
            <a:lvl7pPr marL="3200400" lvl="6" indent="-304800" rtl="0">
              <a:lnSpc>
                <a:spcPct val="115000"/>
              </a:lnSpc>
              <a:spcBef>
                <a:spcPts val="1600"/>
              </a:spcBef>
              <a:spcAft>
                <a:spcPts val="0"/>
              </a:spcAft>
              <a:buClr>
                <a:schemeClr val="dk1"/>
              </a:buClr>
              <a:buSzPts val="1200"/>
              <a:buFont typeface="Roboto Condensed Light"/>
              <a:buChar char="●"/>
              <a:defRPr sz="1200">
                <a:solidFill>
                  <a:schemeClr val="dk1"/>
                </a:solidFill>
                <a:latin typeface="Roboto Condensed Light"/>
                <a:ea typeface="Roboto Condensed Light"/>
                <a:cs typeface="Roboto Condensed Light"/>
                <a:sym typeface="Roboto Condensed Light"/>
              </a:defRPr>
            </a:lvl7pPr>
            <a:lvl8pPr marL="3657600" lvl="7" indent="-304800" rtl="0">
              <a:lnSpc>
                <a:spcPct val="115000"/>
              </a:lnSpc>
              <a:spcBef>
                <a:spcPts val="1600"/>
              </a:spcBef>
              <a:spcAft>
                <a:spcPts val="0"/>
              </a:spcAft>
              <a:buClr>
                <a:schemeClr val="dk1"/>
              </a:buClr>
              <a:buSzPts val="1200"/>
              <a:buFont typeface="Roboto Condensed Light"/>
              <a:buChar char="○"/>
              <a:defRPr sz="1200">
                <a:solidFill>
                  <a:schemeClr val="dk1"/>
                </a:solidFill>
                <a:latin typeface="Roboto Condensed Light"/>
                <a:ea typeface="Roboto Condensed Light"/>
                <a:cs typeface="Roboto Condensed Light"/>
                <a:sym typeface="Roboto Condensed Light"/>
              </a:defRPr>
            </a:lvl8pPr>
            <a:lvl9pPr marL="4114800" lvl="8" indent="-304800" rtl="0">
              <a:lnSpc>
                <a:spcPct val="115000"/>
              </a:lnSpc>
              <a:spcBef>
                <a:spcPts val="1600"/>
              </a:spcBef>
              <a:spcAft>
                <a:spcPts val="1600"/>
              </a:spcAft>
              <a:buClr>
                <a:schemeClr val="dk1"/>
              </a:buClr>
              <a:buSzPts val="1200"/>
              <a:buFont typeface="Roboto Condensed Light"/>
              <a:buChar char="■"/>
              <a:defRPr sz="1200">
                <a:solidFill>
                  <a:schemeClr val="dk1"/>
                </a:solidFill>
                <a:latin typeface="Roboto Condensed Light"/>
                <a:ea typeface="Roboto Condensed Light"/>
                <a:cs typeface="Roboto Condensed Light"/>
                <a:sym typeface="Roboto Condensed Ligh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6" r:id="rId5"/>
    <p:sldLayoutId id="2147483659" r:id="rId6"/>
    <p:sldLayoutId id="2147483671"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30"/>
          <p:cNvSpPr txBox="1">
            <a:spLocks noGrp="1"/>
          </p:cNvSpPr>
          <p:nvPr>
            <p:ph type="subTitle" idx="1"/>
          </p:nvPr>
        </p:nvSpPr>
        <p:spPr>
          <a:xfrm>
            <a:off x="3670681" y="2933522"/>
            <a:ext cx="4352100" cy="717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s-MX" dirty="0">
                <a:solidFill>
                  <a:schemeClr val="lt2"/>
                </a:solidFill>
              </a:rPr>
              <a:t>Héctor</a:t>
            </a:r>
            <a:r>
              <a:rPr lang="en" dirty="0">
                <a:solidFill>
                  <a:schemeClr val="lt2"/>
                </a:solidFill>
              </a:rPr>
              <a:t> Eduardo Camberos Ochoa</a:t>
            </a:r>
            <a:endParaRPr dirty="0">
              <a:solidFill>
                <a:schemeClr val="lt2"/>
              </a:solidFill>
            </a:endParaRPr>
          </a:p>
        </p:txBody>
      </p:sp>
      <p:sp>
        <p:nvSpPr>
          <p:cNvPr id="141" name="Google Shape;141;p30"/>
          <p:cNvSpPr txBox="1">
            <a:spLocks noGrp="1"/>
          </p:cNvSpPr>
          <p:nvPr>
            <p:ph type="ctrTitle"/>
          </p:nvPr>
        </p:nvSpPr>
        <p:spPr>
          <a:xfrm>
            <a:off x="1135981" y="1393699"/>
            <a:ext cx="6886800" cy="17823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GOOGLE APP ENGINE</a:t>
            </a:r>
            <a:endParaRPr dirty="0">
              <a:solidFill>
                <a:schemeClr val="dk2"/>
              </a:solidFill>
            </a:endParaRPr>
          </a:p>
        </p:txBody>
      </p:sp>
      <p:cxnSp>
        <p:nvCxnSpPr>
          <p:cNvPr id="142" name="Google Shape;142;p30"/>
          <p:cNvCxnSpPr/>
          <p:nvPr/>
        </p:nvCxnSpPr>
        <p:spPr>
          <a:xfrm>
            <a:off x="7145675" y="3176000"/>
            <a:ext cx="2086500" cy="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33"/>
          <p:cNvSpPr txBox="1">
            <a:spLocks noGrp="1"/>
          </p:cNvSpPr>
          <p:nvPr>
            <p:ph type="ctrTitle"/>
          </p:nvPr>
        </p:nvSpPr>
        <p:spPr>
          <a:xfrm flipH="1">
            <a:off x="1147650" y="3085150"/>
            <a:ext cx="5005500" cy="1022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dk2"/>
                </a:solidFill>
              </a:rPr>
              <a:t>¿Qué es Google App Engine?</a:t>
            </a:r>
            <a:endParaRPr dirty="0">
              <a:solidFill>
                <a:schemeClr val="dk2"/>
              </a:solidFill>
            </a:endParaRPr>
          </a:p>
        </p:txBody>
      </p:sp>
      <p:sp>
        <p:nvSpPr>
          <p:cNvPr id="180" name="Google Shape;180;p33"/>
          <p:cNvSpPr txBox="1">
            <a:spLocks noGrp="1"/>
          </p:cNvSpPr>
          <p:nvPr>
            <p:ph type="title" idx="2"/>
          </p:nvPr>
        </p:nvSpPr>
        <p:spPr>
          <a:xfrm flipH="1">
            <a:off x="1147579" y="2323850"/>
            <a:ext cx="2979300" cy="754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dk2"/>
                </a:solidFill>
              </a:rPr>
              <a:t>01</a:t>
            </a:r>
            <a:endParaRPr>
              <a:solidFill>
                <a:schemeClr val="dk2"/>
              </a:solidFill>
            </a:endParaRPr>
          </a:p>
        </p:txBody>
      </p:sp>
      <p:cxnSp>
        <p:nvCxnSpPr>
          <p:cNvPr id="181" name="Google Shape;181;p33"/>
          <p:cNvCxnSpPr/>
          <p:nvPr/>
        </p:nvCxnSpPr>
        <p:spPr>
          <a:xfrm>
            <a:off x="0" y="4028275"/>
            <a:ext cx="1561500" cy="0"/>
          </a:xfrm>
          <a:prstGeom prst="straightConnector1">
            <a:avLst/>
          </a:prstGeom>
          <a:noFill/>
          <a:ln w="9525" cap="flat" cmpd="sng">
            <a:solidFill>
              <a:schemeClr val="dk2"/>
            </a:solidFill>
            <a:prstDash val="solid"/>
            <a:round/>
            <a:headEnd type="none" w="med" len="med"/>
            <a:tailEnd type="none" w="med" len="med"/>
          </a:ln>
        </p:spPr>
      </p:cxnSp>
      <p:sp>
        <p:nvSpPr>
          <p:cNvPr id="182" name="Google Shape;182;p33"/>
          <p:cNvSpPr txBox="1">
            <a:spLocks noGrp="1"/>
          </p:cNvSpPr>
          <p:nvPr>
            <p:ph type="subTitle" idx="1"/>
          </p:nvPr>
        </p:nvSpPr>
        <p:spPr>
          <a:xfrm>
            <a:off x="1147575" y="4028959"/>
            <a:ext cx="4224900" cy="536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34"/>
          <p:cNvSpPr txBox="1">
            <a:spLocks noGrp="1"/>
          </p:cNvSpPr>
          <p:nvPr>
            <p:ph type="ctrTitle"/>
          </p:nvPr>
        </p:nvSpPr>
        <p:spPr>
          <a:xfrm>
            <a:off x="2638350" y="376498"/>
            <a:ext cx="3867300" cy="2054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800" dirty="0"/>
              <a:t>Google App Engine</a:t>
            </a:r>
            <a:endParaRPr sz="2800" dirty="0">
              <a:solidFill>
                <a:schemeClr val="dk2"/>
              </a:solidFill>
            </a:endParaRPr>
          </a:p>
        </p:txBody>
      </p:sp>
      <p:sp>
        <p:nvSpPr>
          <p:cNvPr id="188" name="Google Shape;188;p34"/>
          <p:cNvSpPr txBox="1">
            <a:spLocks noGrp="1"/>
          </p:cNvSpPr>
          <p:nvPr>
            <p:ph type="subTitle" idx="1"/>
          </p:nvPr>
        </p:nvSpPr>
        <p:spPr>
          <a:xfrm>
            <a:off x="2459550" y="2314225"/>
            <a:ext cx="4224900" cy="1784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MX" dirty="0"/>
              <a:t>Google App </a:t>
            </a:r>
            <a:r>
              <a:rPr lang="es-MX" dirty="0" err="1"/>
              <a:t>Engine</a:t>
            </a:r>
            <a:r>
              <a:rPr lang="es-MX" dirty="0"/>
              <a:t> es un servicio de alojamiento web que presta Google de forma gratuita hasta determinadas cuotas. Este servicio permite ejecutar aplicaciones sobre la infraestructura de Google. Si no se cuenta con un dominio propio, Google proporciona uno con la siguiente estructura, midominio.appspot.com. También permite implementar un dominio propio a través de Google Apps.</a:t>
            </a:r>
            <a:endParaRPr dirty="0"/>
          </a:p>
        </p:txBody>
      </p:sp>
      <p:cxnSp>
        <p:nvCxnSpPr>
          <p:cNvPr id="189" name="Google Shape;189;p34"/>
          <p:cNvCxnSpPr/>
          <p:nvPr/>
        </p:nvCxnSpPr>
        <p:spPr>
          <a:xfrm>
            <a:off x="4569600" y="1494500"/>
            <a:ext cx="4574400" cy="0"/>
          </a:xfrm>
          <a:prstGeom prst="straightConnector1">
            <a:avLst/>
          </a:prstGeom>
          <a:noFill/>
          <a:ln w="9525" cap="flat" cmpd="sng">
            <a:solidFill>
              <a:schemeClr val="dk2"/>
            </a:solidFill>
            <a:prstDash val="solid"/>
            <a:round/>
            <a:headEnd type="none" w="med" len="med"/>
            <a:tailEnd type="none" w="med" len="med"/>
          </a:ln>
        </p:spPr>
      </p:cxnSp>
      <p:cxnSp>
        <p:nvCxnSpPr>
          <p:cNvPr id="190" name="Google Shape;190;p34"/>
          <p:cNvCxnSpPr/>
          <p:nvPr/>
        </p:nvCxnSpPr>
        <p:spPr>
          <a:xfrm>
            <a:off x="0" y="3568175"/>
            <a:ext cx="4574400" cy="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40"/>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solidFill>
                  <a:schemeClr val="dk2"/>
                </a:solidFill>
              </a:rPr>
              <a:t>Caracteristicas</a:t>
            </a:r>
            <a:endParaRPr dirty="0">
              <a:solidFill>
                <a:schemeClr val="dk2"/>
              </a:solidFill>
            </a:endParaRPr>
          </a:p>
        </p:txBody>
      </p:sp>
      <p:sp>
        <p:nvSpPr>
          <p:cNvPr id="274" name="Google Shape;274;p40"/>
          <p:cNvSpPr txBox="1">
            <a:spLocks noGrp="1"/>
          </p:cNvSpPr>
          <p:nvPr>
            <p:ph type="ctrTitle" idx="2"/>
          </p:nvPr>
        </p:nvSpPr>
        <p:spPr>
          <a:xfrm>
            <a:off x="421195" y="2804713"/>
            <a:ext cx="2901297" cy="427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MX" dirty="0">
                <a:solidFill>
                  <a:schemeClr val="dk2"/>
                </a:solidFill>
              </a:rPr>
              <a:t>Lenguajes de programación populares</a:t>
            </a:r>
          </a:p>
        </p:txBody>
      </p:sp>
      <p:sp>
        <p:nvSpPr>
          <p:cNvPr id="275" name="Google Shape;275;p40"/>
          <p:cNvSpPr txBox="1">
            <a:spLocks noGrp="1"/>
          </p:cNvSpPr>
          <p:nvPr>
            <p:ph type="subTitle" idx="1"/>
          </p:nvPr>
        </p:nvSpPr>
        <p:spPr>
          <a:xfrm>
            <a:off x="872450" y="3090475"/>
            <a:ext cx="2052000" cy="1003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MX" dirty="0">
                <a:solidFill>
                  <a:schemeClr val="lt2"/>
                </a:solidFill>
              </a:rPr>
              <a:t>Desarrolla tu aplicación en Node.js, Java, Ruby, C#, </a:t>
            </a:r>
            <a:r>
              <a:rPr lang="es-MX" dirty="0" err="1">
                <a:solidFill>
                  <a:schemeClr val="lt2"/>
                </a:solidFill>
              </a:rPr>
              <a:t>Go</a:t>
            </a:r>
            <a:r>
              <a:rPr lang="es-MX" dirty="0">
                <a:solidFill>
                  <a:schemeClr val="lt2"/>
                </a:solidFill>
              </a:rPr>
              <a:t>, Python o PHP, o usa tu propio entorno de ejecución de </a:t>
            </a:r>
            <a:r>
              <a:rPr lang="es-MX" dirty="0" err="1">
                <a:solidFill>
                  <a:schemeClr val="lt2"/>
                </a:solidFill>
              </a:rPr>
              <a:t>lenguajes.Desarrolla</a:t>
            </a:r>
            <a:r>
              <a:rPr lang="es-MX" dirty="0">
                <a:solidFill>
                  <a:schemeClr val="lt2"/>
                </a:solidFill>
              </a:rPr>
              <a:t> tu aplicación en Node.js, Java, Ruby, C#, </a:t>
            </a:r>
            <a:r>
              <a:rPr lang="es-MX" dirty="0" err="1">
                <a:solidFill>
                  <a:schemeClr val="lt2"/>
                </a:solidFill>
              </a:rPr>
              <a:t>Go</a:t>
            </a:r>
            <a:r>
              <a:rPr lang="es-MX" dirty="0">
                <a:solidFill>
                  <a:schemeClr val="lt2"/>
                </a:solidFill>
              </a:rPr>
              <a:t>, Python o PHP, o usa tu propio entorno de ejecución de lenguajes.</a:t>
            </a:r>
            <a:endParaRPr lang="en-US" dirty="0">
              <a:solidFill>
                <a:schemeClr val="lt2"/>
              </a:solidFill>
            </a:endParaRPr>
          </a:p>
          <a:p>
            <a:pPr marL="0" lvl="0" indent="0" algn="ctr" rtl="0">
              <a:spcBef>
                <a:spcPts val="0"/>
              </a:spcBef>
              <a:spcAft>
                <a:spcPts val="0"/>
              </a:spcAft>
              <a:buNone/>
            </a:pPr>
            <a:endParaRPr dirty="0">
              <a:solidFill>
                <a:schemeClr val="lt2"/>
              </a:solidFill>
            </a:endParaRPr>
          </a:p>
        </p:txBody>
      </p:sp>
      <p:sp>
        <p:nvSpPr>
          <p:cNvPr id="276" name="Google Shape;276;p40"/>
          <p:cNvSpPr txBox="1">
            <a:spLocks noGrp="1"/>
          </p:cNvSpPr>
          <p:nvPr>
            <p:ph type="ctrTitle" idx="3"/>
          </p:nvPr>
        </p:nvSpPr>
        <p:spPr>
          <a:xfrm>
            <a:off x="3235200" y="3068690"/>
            <a:ext cx="2673600" cy="427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solidFill>
                  <a:schemeClr val="dk2"/>
                </a:solidFill>
              </a:rPr>
              <a:t>Abierto y flexible</a:t>
            </a:r>
            <a:endParaRPr dirty="0">
              <a:solidFill>
                <a:schemeClr val="dk2"/>
              </a:solidFill>
            </a:endParaRPr>
          </a:p>
        </p:txBody>
      </p:sp>
      <p:sp>
        <p:nvSpPr>
          <p:cNvPr id="277" name="Google Shape;277;p40"/>
          <p:cNvSpPr txBox="1">
            <a:spLocks noGrp="1"/>
          </p:cNvSpPr>
          <p:nvPr>
            <p:ph type="subTitle" idx="4"/>
          </p:nvPr>
        </p:nvSpPr>
        <p:spPr>
          <a:xfrm>
            <a:off x="3485623" y="1819233"/>
            <a:ext cx="2218200" cy="1003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MX" b="0" i="0" dirty="0">
                <a:solidFill>
                  <a:schemeClr val="tx2"/>
                </a:solidFill>
                <a:effectLst/>
                <a:latin typeface="Roboto" panose="02000000000000000000" pitchFamily="2" charset="0"/>
              </a:rPr>
              <a:t>Con los entornos de ejecución personalizados, puedes usar cualquier biblioteca y </a:t>
            </a:r>
            <a:r>
              <a:rPr lang="es-MX" b="0" i="0" dirty="0" err="1">
                <a:solidFill>
                  <a:schemeClr val="tx2"/>
                </a:solidFill>
                <a:effectLst/>
                <a:latin typeface="Roboto" panose="02000000000000000000" pitchFamily="2" charset="0"/>
              </a:rPr>
              <a:t>framework</a:t>
            </a:r>
            <a:r>
              <a:rPr lang="es-MX" b="0" i="0" dirty="0">
                <a:solidFill>
                  <a:schemeClr val="tx2"/>
                </a:solidFill>
                <a:effectLst/>
                <a:latin typeface="Roboto" panose="02000000000000000000" pitchFamily="2" charset="0"/>
              </a:rPr>
              <a:t> en App </a:t>
            </a:r>
            <a:r>
              <a:rPr lang="es-MX" b="0" i="0" dirty="0" err="1">
                <a:solidFill>
                  <a:schemeClr val="tx2"/>
                </a:solidFill>
                <a:effectLst/>
                <a:latin typeface="Roboto" panose="02000000000000000000" pitchFamily="2" charset="0"/>
              </a:rPr>
              <a:t>Engine</a:t>
            </a:r>
            <a:r>
              <a:rPr lang="es-MX" b="0" i="0" dirty="0">
                <a:solidFill>
                  <a:schemeClr val="tx2"/>
                </a:solidFill>
                <a:effectLst/>
                <a:latin typeface="Roboto" panose="02000000000000000000" pitchFamily="2" charset="0"/>
              </a:rPr>
              <a:t> mediante el suministro de un contenedor de Docker.</a:t>
            </a:r>
            <a:endParaRPr dirty="0">
              <a:solidFill>
                <a:schemeClr val="tx2"/>
              </a:solidFill>
            </a:endParaRPr>
          </a:p>
        </p:txBody>
      </p:sp>
      <p:sp>
        <p:nvSpPr>
          <p:cNvPr id="278" name="Google Shape;278;p40"/>
          <p:cNvSpPr txBox="1">
            <a:spLocks noGrp="1"/>
          </p:cNvSpPr>
          <p:nvPr>
            <p:ph type="ctrTitle" idx="5"/>
          </p:nvPr>
        </p:nvSpPr>
        <p:spPr>
          <a:xfrm>
            <a:off x="5908800" y="2804713"/>
            <a:ext cx="2673600" cy="427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solidFill>
                  <a:schemeClr val="dk2"/>
                </a:solidFill>
              </a:rPr>
              <a:t>Administración completea</a:t>
            </a:r>
            <a:endParaRPr dirty="0">
              <a:solidFill>
                <a:schemeClr val="dk2"/>
              </a:solidFill>
            </a:endParaRPr>
          </a:p>
        </p:txBody>
      </p:sp>
      <p:sp>
        <p:nvSpPr>
          <p:cNvPr id="279" name="Google Shape;279;p40"/>
          <p:cNvSpPr txBox="1">
            <a:spLocks noGrp="1"/>
          </p:cNvSpPr>
          <p:nvPr>
            <p:ph type="subTitle" idx="6"/>
          </p:nvPr>
        </p:nvSpPr>
        <p:spPr>
          <a:xfrm>
            <a:off x="6136500" y="3090475"/>
            <a:ext cx="2218200" cy="1003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MX" b="0" i="0" dirty="0">
                <a:solidFill>
                  <a:schemeClr val="tx2"/>
                </a:solidFill>
                <a:effectLst/>
                <a:latin typeface="Roboto" panose="02000000000000000000" pitchFamily="2" charset="0"/>
              </a:rPr>
              <a:t>Con un entorno completamente administrado, puedes enfocarte en el código, mientras que los problemas de infraestructura se resuelven en App </a:t>
            </a:r>
            <a:r>
              <a:rPr lang="es-MX" b="0" i="0" dirty="0" err="1">
                <a:solidFill>
                  <a:schemeClr val="tx2"/>
                </a:solidFill>
                <a:effectLst/>
                <a:latin typeface="Roboto" panose="02000000000000000000" pitchFamily="2" charset="0"/>
              </a:rPr>
              <a:t>Engine</a:t>
            </a:r>
            <a:r>
              <a:rPr lang="es-MX" b="0" i="0" dirty="0">
                <a:solidFill>
                  <a:schemeClr val="tx2"/>
                </a:solidFill>
                <a:effectLst/>
                <a:latin typeface="Roboto" panose="02000000000000000000" pitchFamily="2" charset="0"/>
              </a:rPr>
              <a:t>.</a:t>
            </a:r>
            <a:endParaRPr dirty="0">
              <a:solidFill>
                <a:schemeClr val="tx2"/>
              </a:solidFill>
            </a:endParaRPr>
          </a:p>
        </p:txBody>
      </p:sp>
      <p:cxnSp>
        <p:nvCxnSpPr>
          <p:cNvPr id="280" name="Google Shape;280;p40"/>
          <p:cNvCxnSpPr/>
          <p:nvPr/>
        </p:nvCxnSpPr>
        <p:spPr>
          <a:xfrm>
            <a:off x="3235200" y="2186175"/>
            <a:ext cx="0" cy="1647600"/>
          </a:xfrm>
          <a:prstGeom prst="straightConnector1">
            <a:avLst/>
          </a:prstGeom>
          <a:noFill/>
          <a:ln w="9525" cap="flat" cmpd="sng">
            <a:solidFill>
              <a:schemeClr val="dk2"/>
            </a:solidFill>
            <a:prstDash val="solid"/>
            <a:round/>
            <a:headEnd type="none" w="med" len="med"/>
            <a:tailEnd type="none" w="med" len="med"/>
          </a:ln>
        </p:spPr>
      </p:cxnSp>
      <p:cxnSp>
        <p:nvCxnSpPr>
          <p:cNvPr id="281" name="Google Shape;281;p40"/>
          <p:cNvCxnSpPr/>
          <p:nvPr/>
        </p:nvCxnSpPr>
        <p:spPr>
          <a:xfrm>
            <a:off x="5908800" y="2186175"/>
            <a:ext cx="0" cy="1647600"/>
          </a:xfrm>
          <a:prstGeom prst="straightConnector1">
            <a:avLst/>
          </a:prstGeom>
          <a:noFill/>
          <a:ln w="9525" cap="flat" cmpd="sng">
            <a:solidFill>
              <a:schemeClr val="dk2"/>
            </a:solidFill>
            <a:prstDash val="solid"/>
            <a:round/>
            <a:headEnd type="none" w="med" len="med"/>
            <a:tailEnd type="none" w="med" len="med"/>
          </a:ln>
        </p:spPr>
      </p:cxnSp>
      <p:sp>
        <p:nvSpPr>
          <p:cNvPr id="282" name="Google Shape;282;p40"/>
          <p:cNvSpPr/>
          <p:nvPr/>
        </p:nvSpPr>
        <p:spPr>
          <a:xfrm>
            <a:off x="1576050" y="1853650"/>
            <a:ext cx="644700" cy="644700"/>
          </a:xfrm>
          <a:prstGeom prst="snip2DiagRect">
            <a:avLst>
              <a:gd name="adj1" fmla="val 0"/>
              <a:gd name="adj2" fmla="val 16667"/>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40"/>
          <p:cNvSpPr/>
          <p:nvPr/>
        </p:nvSpPr>
        <p:spPr>
          <a:xfrm>
            <a:off x="4249650" y="3516549"/>
            <a:ext cx="644700" cy="644700"/>
          </a:xfrm>
          <a:prstGeom prst="snip2DiagRect">
            <a:avLst>
              <a:gd name="adj1" fmla="val 0"/>
              <a:gd name="adj2" fmla="val 16667"/>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40"/>
          <p:cNvSpPr/>
          <p:nvPr/>
        </p:nvSpPr>
        <p:spPr>
          <a:xfrm>
            <a:off x="6923250" y="1855160"/>
            <a:ext cx="644700" cy="644700"/>
          </a:xfrm>
          <a:prstGeom prst="snip2DiagRect">
            <a:avLst>
              <a:gd name="adj1" fmla="val 0"/>
              <a:gd name="adj2" fmla="val 16667"/>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 name="Google Shape;7198;p69">
            <a:extLst>
              <a:ext uri="{FF2B5EF4-FFF2-40B4-BE49-F238E27FC236}">
                <a16:creationId xmlns:a16="http://schemas.microsoft.com/office/drawing/2014/main" id="{7A47EFA2-4D0C-416D-A2B1-9F1DC00BAE56}"/>
              </a:ext>
            </a:extLst>
          </p:cNvPr>
          <p:cNvGrpSpPr/>
          <p:nvPr/>
        </p:nvGrpSpPr>
        <p:grpSpPr>
          <a:xfrm>
            <a:off x="1707449" y="1953552"/>
            <a:ext cx="354311" cy="354104"/>
            <a:chOff x="-49764975" y="3183375"/>
            <a:chExt cx="299300" cy="299125"/>
          </a:xfrm>
          <a:solidFill>
            <a:schemeClr val="bg1"/>
          </a:solidFill>
        </p:grpSpPr>
        <p:sp>
          <p:nvSpPr>
            <p:cNvPr id="53" name="Google Shape;7199;p69">
              <a:extLst>
                <a:ext uri="{FF2B5EF4-FFF2-40B4-BE49-F238E27FC236}">
                  <a16:creationId xmlns:a16="http://schemas.microsoft.com/office/drawing/2014/main" id="{577FBA5D-AD38-4FB0-A880-076EE0977228}"/>
                </a:ext>
              </a:extLst>
            </p:cNvPr>
            <p:cNvSpPr/>
            <p:nvPr/>
          </p:nvSpPr>
          <p:spPr>
            <a:xfrm>
              <a:off x="-49606675" y="3233575"/>
              <a:ext cx="70125" cy="103200"/>
            </a:xfrm>
            <a:custGeom>
              <a:avLst/>
              <a:gdLst/>
              <a:ahLst/>
              <a:cxnLst/>
              <a:rect l="l" t="t" r="r" b="b"/>
              <a:pathLst>
                <a:path w="2805" h="4128" extrusionOk="0">
                  <a:moveTo>
                    <a:pt x="2805" y="1"/>
                  </a:moveTo>
                  <a:lnTo>
                    <a:pt x="1" y="1355"/>
                  </a:lnTo>
                  <a:lnTo>
                    <a:pt x="1" y="4128"/>
                  </a:lnTo>
                  <a:lnTo>
                    <a:pt x="2805" y="2710"/>
                  </a:lnTo>
                  <a:lnTo>
                    <a:pt x="2805"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7200;p69">
              <a:extLst>
                <a:ext uri="{FF2B5EF4-FFF2-40B4-BE49-F238E27FC236}">
                  <a16:creationId xmlns:a16="http://schemas.microsoft.com/office/drawing/2014/main" id="{01BC2614-A653-46C5-B67E-5411FE511F18}"/>
                </a:ext>
              </a:extLst>
            </p:cNvPr>
            <p:cNvSpPr/>
            <p:nvPr/>
          </p:nvSpPr>
          <p:spPr>
            <a:xfrm>
              <a:off x="-49676775" y="3364325"/>
              <a:ext cx="52000" cy="118175"/>
            </a:xfrm>
            <a:custGeom>
              <a:avLst/>
              <a:gdLst/>
              <a:ahLst/>
              <a:cxnLst/>
              <a:rect l="l" t="t" r="r" b="b"/>
              <a:pathLst>
                <a:path w="2080" h="4727" extrusionOk="0">
                  <a:moveTo>
                    <a:pt x="2080" y="0"/>
                  </a:moveTo>
                  <a:lnTo>
                    <a:pt x="1" y="1072"/>
                  </a:lnTo>
                  <a:lnTo>
                    <a:pt x="1" y="4726"/>
                  </a:lnTo>
                  <a:lnTo>
                    <a:pt x="2080" y="3529"/>
                  </a:lnTo>
                  <a:lnTo>
                    <a:pt x="208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7201;p69">
              <a:extLst>
                <a:ext uri="{FF2B5EF4-FFF2-40B4-BE49-F238E27FC236}">
                  <a16:creationId xmlns:a16="http://schemas.microsoft.com/office/drawing/2014/main" id="{5A4DDC67-387E-46BB-AE9D-E35BCFC95873}"/>
                </a:ext>
              </a:extLst>
            </p:cNvPr>
            <p:cNvSpPr/>
            <p:nvPr/>
          </p:nvSpPr>
          <p:spPr>
            <a:xfrm>
              <a:off x="-49694100" y="3233575"/>
              <a:ext cx="69325" cy="103200"/>
            </a:xfrm>
            <a:custGeom>
              <a:avLst/>
              <a:gdLst/>
              <a:ahLst/>
              <a:cxnLst/>
              <a:rect l="l" t="t" r="r" b="b"/>
              <a:pathLst>
                <a:path w="2773" h="4128" extrusionOk="0">
                  <a:moveTo>
                    <a:pt x="1" y="1"/>
                  </a:moveTo>
                  <a:lnTo>
                    <a:pt x="1" y="2710"/>
                  </a:lnTo>
                  <a:lnTo>
                    <a:pt x="2773" y="4128"/>
                  </a:lnTo>
                  <a:lnTo>
                    <a:pt x="2773" y="1355"/>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7202;p69">
              <a:extLst>
                <a:ext uri="{FF2B5EF4-FFF2-40B4-BE49-F238E27FC236}">
                  <a16:creationId xmlns:a16="http://schemas.microsoft.com/office/drawing/2014/main" id="{E62D7FFD-69AB-4FDB-8997-719F60B3CF0E}"/>
                </a:ext>
              </a:extLst>
            </p:cNvPr>
            <p:cNvSpPr/>
            <p:nvPr/>
          </p:nvSpPr>
          <p:spPr>
            <a:xfrm>
              <a:off x="-49756325" y="3314700"/>
              <a:ext cx="121325" cy="61450"/>
            </a:xfrm>
            <a:custGeom>
              <a:avLst/>
              <a:gdLst/>
              <a:ahLst/>
              <a:cxnLst/>
              <a:rect l="l" t="t" r="r" b="b"/>
              <a:pathLst>
                <a:path w="4853" h="2458" extrusionOk="0">
                  <a:moveTo>
                    <a:pt x="2048" y="1"/>
                  </a:moveTo>
                  <a:lnTo>
                    <a:pt x="1" y="1040"/>
                  </a:lnTo>
                  <a:lnTo>
                    <a:pt x="2836" y="2458"/>
                  </a:lnTo>
                  <a:lnTo>
                    <a:pt x="4852" y="1418"/>
                  </a:lnTo>
                  <a:lnTo>
                    <a:pt x="2048"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7203;p69">
              <a:extLst>
                <a:ext uri="{FF2B5EF4-FFF2-40B4-BE49-F238E27FC236}">
                  <a16:creationId xmlns:a16="http://schemas.microsoft.com/office/drawing/2014/main" id="{3AEB2F42-CF89-43B5-9684-B88114021462}"/>
                </a:ext>
              </a:extLst>
            </p:cNvPr>
            <p:cNvSpPr/>
            <p:nvPr/>
          </p:nvSpPr>
          <p:spPr>
            <a:xfrm>
              <a:off x="-49606675" y="3364325"/>
              <a:ext cx="52000" cy="118175"/>
            </a:xfrm>
            <a:custGeom>
              <a:avLst/>
              <a:gdLst/>
              <a:ahLst/>
              <a:cxnLst/>
              <a:rect l="l" t="t" r="r" b="b"/>
              <a:pathLst>
                <a:path w="2080" h="4727" extrusionOk="0">
                  <a:moveTo>
                    <a:pt x="1" y="0"/>
                  </a:moveTo>
                  <a:lnTo>
                    <a:pt x="1" y="3529"/>
                  </a:lnTo>
                  <a:lnTo>
                    <a:pt x="2080" y="4726"/>
                  </a:lnTo>
                  <a:lnTo>
                    <a:pt x="2080" y="1072"/>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7204;p69">
              <a:extLst>
                <a:ext uri="{FF2B5EF4-FFF2-40B4-BE49-F238E27FC236}">
                  <a16:creationId xmlns:a16="http://schemas.microsoft.com/office/drawing/2014/main" id="{8E6948A5-2B51-44DC-AC39-86CA11125B3D}"/>
                </a:ext>
              </a:extLst>
            </p:cNvPr>
            <p:cNvSpPr/>
            <p:nvPr/>
          </p:nvSpPr>
          <p:spPr>
            <a:xfrm>
              <a:off x="-49595650" y="3314700"/>
              <a:ext cx="121325" cy="61450"/>
            </a:xfrm>
            <a:custGeom>
              <a:avLst/>
              <a:gdLst/>
              <a:ahLst/>
              <a:cxnLst/>
              <a:rect l="l" t="t" r="r" b="b"/>
              <a:pathLst>
                <a:path w="4853" h="2458" extrusionOk="0">
                  <a:moveTo>
                    <a:pt x="2773" y="1"/>
                  </a:moveTo>
                  <a:lnTo>
                    <a:pt x="1" y="1418"/>
                  </a:lnTo>
                  <a:lnTo>
                    <a:pt x="1985" y="2458"/>
                  </a:lnTo>
                  <a:lnTo>
                    <a:pt x="4852" y="1040"/>
                  </a:lnTo>
                  <a:lnTo>
                    <a:pt x="2773"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7205;p69">
              <a:extLst>
                <a:ext uri="{FF2B5EF4-FFF2-40B4-BE49-F238E27FC236}">
                  <a16:creationId xmlns:a16="http://schemas.microsoft.com/office/drawing/2014/main" id="{D2E041EA-86E1-491E-8209-ED18DCF18D95}"/>
                </a:ext>
              </a:extLst>
            </p:cNvPr>
            <p:cNvSpPr/>
            <p:nvPr/>
          </p:nvSpPr>
          <p:spPr>
            <a:xfrm>
              <a:off x="-49764975" y="3355650"/>
              <a:ext cx="70100" cy="126850"/>
            </a:xfrm>
            <a:custGeom>
              <a:avLst/>
              <a:gdLst/>
              <a:ahLst/>
              <a:cxnLst/>
              <a:rect l="l" t="t" r="r" b="b"/>
              <a:pathLst>
                <a:path w="2804" h="5074" extrusionOk="0">
                  <a:moveTo>
                    <a:pt x="0" y="1"/>
                  </a:moveTo>
                  <a:lnTo>
                    <a:pt x="0" y="3309"/>
                  </a:lnTo>
                  <a:cubicBezTo>
                    <a:pt x="0" y="3403"/>
                    <a:pt x="63" y="3529"/>
                    <a:pt x="189" y="3624"/>
                  </a:cubicBezTo>
                  <a:lnTo>
                    <a:pt x="2804" y="5073"/>
                  </a:lnTo>
                  <a:lnTo>
                    <a:pt x="2804" y="1419"/>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7206;p69">
              <a:extLst>
                <a:ext uri="{FF2B5EF4-FFF2-40B4-BE49-F238E27FC236}">
                  <a16:creationId xmlns:a16="http://schemas.microsoft.com/office/drawing/2014/main" id="{48EE9BD8-6D11-4738-BCBA-5173734D9232}"/>
                </a:ext>
              </a:extLst>
            </p:cNvPr>
            <p:cNvSpPr/>
            <p:nvPr/>
          </p:nvSpPr>
          <p:spPr>
            <a:xfrm>
              <a:off x="-49535775" y="3355650"/>
              <a:ext cx="70100" cy="126850"/>
            </a:xfrm>
            <a:custGeom>
              <a:avLst/>
              <a:gdLst/>
              <a:ahLst/>
              <a:cxnLst/>
              <a:rect l="l" t="t" r="r" b="b"/>
              <a:pathLst>
                <a:path w="2804" h="5074" extrusionOk="0">
                  <a:moveTo>
                    <a:pt x="2804" y="1"/>
                  </a:moveTo>
                  <a:lnTo>
                    <a:pt x="0" y="1419"/>
                  </a:lnTo>
                  <a:lnTo>
                    <a:pt x="0" y="5073"/>
                  </a:lnTo>
                  <a:lnTo>
                    <a:pt x="2583" y="3624"/>
                  </a:lnTo>
                  <a:cubicBezTo>
                    <a:pt x="2709" y="3529"/>
                    <a:pt x="2804" y="3403"/>
                    <a:pt x="2804" y="3309"/>
                  </a:cubicBezTo>
                  <a:lnTo>
                    <a:pt x="2804"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7207;p69">
              <a:extLst>
                <a:ext uri="{FF2B5EF4-FFF2-40B4-BE49-F238E27FC236}">
                  <a16:creationId xmlns:a16="http://schemas.microsoft.com/office/drawing/2014/main" id="{9A7A9A4E-8249-4392-AF6A-C446C0AD11A8}"/>
                </a:ext>
              </a:extLst>
            </p:cNvPr>
            <p:cNvSpPr/>
            <p:nvPr/>
          </p:nvSpPr>
          <p:spPr>
            <a:xfrm>
              <a:off x="-49685425" y="3183375"/>
              <a:ext cx="140200" cy="69925"/>
            </a:xfrm>
            <a:custGeom>
              <a:avLst/>
              <a:gdLst/>
              <a:ahLst/>
              <a:cxnLst/>
              <a:rect l="l" t="t" r="r" b="b"/>
              <a:pathLst>
                <a:path w="5608" h="2797" extrusionOk="0">
                  <a:moveTo>
                    <a:pt x="2792" y="0"/>
                  </a:moveTo>
                  <a:cubicBezTo>
                    <a:pt x="2741" y="0"/>
                    <a:pt x="2694" y="8"/>
                    <a:pt x="2647" y="24"/>
                  </a:cubicBezTo>
                  <a:lnTo>
                    <a:pt x="0" y="1378"/>
                  </a:lnTo>
                  <a:lnTo>
                    <a:pt x="2804" y="2796"/>
                  </a:lnTo>
                  <a:lnTo>
                    <a:pt x="5608" y="1378"/>
                  </a:lnTo>
                  <a:lnTo>
                    <a:pt x="2962" y="24"/>
                  </a:lnTo>
                  <a:cubicBezTo>
                    <a:pt x="2899" y="8"/>
                    <a:pt x="2843" y="0"/>
                    <a:pt x="279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 name="Google Shape;5196;p65">
            <a:extLst>
              <a:ext uri="{FF2B5EF4-FFF2-40B4-BE49-F238E27FC236}">
                <a16:creationId xmlns:a16="http://schemas.microsoft.com/office/drawing/2014/main" id="{E0EE1069-4412-47C7-9AE6-317B1FD82D1C}"/>
              </a:ext>
            </a:extLst>
          </p:cNvPr>
          <p:cNvGrpSpPr/>
          <p:nvPr/>
        </p:nvGrpSpPr>
        <p:grpSpPr>
          <a:xfrm>
            <a:off x="4462953" y="3634304"/>
            <a:ext cx="305386" cy="338602"/>
            <a:chOff x="3300325" y="249875"/>
            <a:chExt cx="433725" cy="480900"/>
          </a:xfrm>
          <a:solidFill>
            <a:schemeClr val="bg1"/>
          </a:solidFill>
        </p:grpSpPr>
        <p:sp>
          <p:nvSpPr>
            <p:cNvPr id="63" name="Google Shape;5197;p65">
              <a:extLst>
                <a:ext uri="{FF2B5EF4-FFF2-40B4-BE49-F238E27FC236}">
                  <a16:creationId xmlns:a16="http://schemas.microsoft.com/office/drawing/2014/main" id="{62449424-54DE-4B4A-80E5-4CC8DC2991B0}"/>
                </a:ext>
              </a:extLst>
            </p:cNvPr>
            <p:cNvSpPr/>
            <p:nvPr/>
          </p:nvSpPr>
          <p:spPr>
            <a:xfrm>
              <a:off x="3610875" y="334550"/>
              <a:ext cx="56475" cy="28250"/>
            </a:xfrm>
            <a:custGeom>
              <a:avLst/>
              <a:gdLst/>
              <a:ahLst/>
              <a:cxnLst/>
              <a:rect l="l" t="t" r="r" b="b"/>
              <a:pathLst>
                <a:path w="2259" h="1130" extrusionOk="0">
                  <a:moveTo>
                    <a:pt x="566" y="0"/>
                  </a:moveTo>
                  <a:cubicBezTo>
                    <a:pt x="253" y="0"/>
                    <a:pt x="0" y="253"/>
                    <a:pt x="0" y="567"/>
                  </a:cubicBezTo>
                  <a:cubicBezTo>
                    <a:pt x="0" y="877"/>
                    <a:pt x="253" y="1130"/>
                    <a:pt x="566" y="1130"/>
                  </a:cubicBezTo>
                  <a:lnTo>
                    <a:pt x="1696" y="1130"/>
                  </a:lnTo>
                  <a:cubicBezTo>
                    <a:pt x="2006" y="1130"/>
                    <a:pt x="2259" y="877"/>
                    <a:pt x="2259" y="567"/>
                  </a:cubicBezTo>
                  <a:cubicBezTo>
                    <a:pt x="2259" y="253"/>
                    <a:pt x="2006" y="0"/>
                    <a:pt x="169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4" name="Google Shape;5198;p65">
              <a:extLst>
                <a:ext uri="{FF2B5EF4-FFF2-40B4-BE49-F238E27FC236}">
                  <a16:creationId xmlns:a16="http://schemas.microsoft.com/office/drawing/2014/main" id="{7B13F46D-B9D8-48BC-9401-3EB06DE29007}"/>
                </a:ext>
              </a:extLst>
            </p:cNvPr>
            <p:cNvSpPr/>
            <p:nvPr/>
          </p:nvSpPr>
          <p:spPr>
            <a:xfrm>
              <a:off x="3467675" y="249875"/>
              <a:ext cx="46400" cy="56475"/>
            </a:xfrm>
            <a:custGeom>
              <a:avLst/>
              <a:gdLst/>
              <a:ahLst/>
              <a:cxnLst/>
              <a:rect l="l" t="t" r="r" b="b"/>
              <a:pathLst>
                <a:path w="1856" h="2259" extrusionOk="0">
                  <a:moveTo>
                    <a:pt x="647" y="1"/>
                  </a:moveTo>
                  <a:cubicBezTo>
                    <a:pt x="562" y="1"/>
                    <a:pt x="476" y="20"/>
                    <a:pt x="395" y="60"/>
                  </a:cubicBezTo>
                  <a:cubicBezTo>
                    <a:pt x="115" y="198"/>
                    <a:pt x="1" y="539"/>
                    <a:pt x="142" y="819"/>
                  </a:cubicBezTo>
                  <a:lnTo>
                    <a:pt x="705" y="1948"/>
                  </a:lnTo>
                  <a:cubicBezTo>
                    <a:pt x="806" y="2144"/>
                    <a:pt x="1004" y="2259"/>
                    <a:pt x="1211" y="2259"/>
                  </a:cubicBezTo>
                  <a:cubicBezTo>
                    <a:pt x="1296" y="2259"/>
                    <a:pt x="1383" y="2239"/>
                    <a:pt x="1464" y="2198"/>
                  </a:cubicBezTo>
                  <a:cubicBezTo>
                    <a:pt x="1744" y="2059"/>
                    <a:pt x="1856" y="1722"/>
                    <a:pt x="1717" y="1442"/>
                  </a:cubicBezTo>
                  <a:lnTo>
                    <a:pt x="1151" y="313"/>
                  </a:lnTo>
                  <a:cubicBezTo>
                    <a:pt x="1053" y="114"/>
                    <a:pt x="853" y="1"/>
                    <a:pt x="6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5" name="Google Shape;5199;p65">
              <a:extLst>
                <a:ext uri="{FF2B5EF4-FFF2-40B4-BE49-F238E27FC236}">
                  <a16:creationId xmlns:a16="http://schemas.microsoft.com/office/drawing/2014/main" id="{9EA58CA8-965C-46A2-92A1-23D1886F75B6}"/>
                </a:ext>
              </a:extLst>
            </p:cNvPr>
            <p:cNvSpPr/>
            <p:nvPr/>
          </p:nvSpPr>
          <p:spPr>
            <a:xfrm>
              <a:off x="3566525" y="249875"/>
              <a:ext cx="46400" cy="56475"/>
            </a:xfrm>
            <a:custGeom>
              <a:avLst/>
              <a:gdLst/>
              <a:ahLst/>
              <a:cxnLst/>
              <a:rect l="l" t="t" r="r" b="b"/>
              <a:pathLst>
                <a:path w="1856" h="2259" extrusionOk="0">
                  <a:moveTo>
                    <a:pt x="1210" y="1"/>
                  </a:moveTo>
                  <a:cubicBezTo>
                    <a:pt x="1003" y="1"/>
                    <a:pt x="803" y="114"/>
                    <a:pt x="705" y="313"/>
                  </a:cubicBezTo>
                  <a:lnTo>
                    <a:pt x="139" y="1442"/>
                  </a:lnTo>
                  <a:cubicBezTo>
                    <a:pt x="1" y="1719"/>
                    <a:pt x="115" y="2059"/>
                    <a:pt x="392" y="2198"/>
                  </a:cubicBezTo>
                  <a:cubicBezTo>
                    <a:pt x="474" y="2239"/>
                    <a:pt x="561" y="2259"/>
                    <a:pt x="646" y="2259"/>
                  </a:cubicBezTo>
                  <a:cubicBezTo>
                    <a:pt x="852" y="2259"/>
                    <a:pt x="1051" y="2144"/>
                    <a:pt x="1151" y="1948"/>
                  </a:cubicBezTo>
                  <a:lnTo>
                    <a:pt x="1714" y="819"/>
                  </a:lnTo>
                  <a:cubicBezTo>
                    <a:pt x="1856" y="539"/>
                    <a:pt x="1741" y="198"/>
                    <a:pt x="1461" y="60"/>
                  </a:cubicBezTo>
                  <a:cubicBezTo>
                    <a:pt x="1381" y="20"/>
                    <a:pt x="1295" y="1"/>
                    <a:pt x="121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6" name="Google Shape;5200;p65">
              <a:extLst>
                <a:ext uri="{FF2B5EF4-FFF2-40B4-BE49-F238E27FC236}">
                  <a16:creationId xmlns:a16="http://schemas.microsoft.com/office/drawing/2014/main" id="{31F2B513-28E8-4D16-9480-B69D3D49F5BC}"/>
                </a:ext>
              </a:extLst>
            </p:cNvPr>
            <p:cNvSpPr/>
            <p:nvPr/>
          </p:nvSpPr>
          <p:spPr>
            <a:xfrm>
              <a:off x="3413250" y="334550"/>
              <a:ext cx="56500" cy="28250"/>
            </a:xfrm>
            <a:custGeom>
              <a:avLst/>
              <a:gdLst/>
              <a:ahLst/>
              <a:cxnLst/>
              <a:rect l="l" t="t" r="r" b="b"/>
              <a:pathLst>
                <a:path w="2260" h="1130" extrusionOk="0">
                  <a:moveTo>
                    <a:pt x="567" y="0"/>
                  </a:moveTo>
                  <a:cubicBezTo>
                    <a:pt x="254" y="0"/>
                    <a:pt x="1" y="253"/>
                    <a:pt x="1" y="567"/>
                  </a:cubicBezTo>
                  <a:cubicBezTo>
                    <a:pt x="1" y="877"/>
                    <a:pt x="254" y="1130"/>
                    <a:pt x="567" y="1130"/>
                  </a:cubicBezTo>
                  <a:lnTo>
                    <a:pt x="1696" y="1130"/>
                  </a:lnTo>
                  <a:cubicBezTo>
                    <a:pt x="2006" y="1130"/>
                    <a:pt x="2259" y="877"/>
                    <a:pt x="2259" y="567"/>
                  </a:cubicBezTo>
                  <a:cubicBezTo>
                    <a:pt x="2259" y="253"/>
                    <a:pt x="2006" y="0"/>
                    <a:pt x="169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 name="Google Shape;5201;p65">
              <a:extLst>
                <a:ext uri="{FF2B5EF4-FFF2-40B4-BE49-F238E27FC236}">
                  <a16:creationId xmlns:a16="http://schemas.microsoft.com/office/drawing/2014/main" id="{EF7F490A-0D36-4513-A1A0-B497324B7567}"/>
                </a:ext>
              </a:extLst>
            </p:cNvPr>
            <p:cNvSpPr/>
            <p:nvPr/>
          </p:nvSpPr>
          <p:spPr>
            <a:xfrm>
              <a:off x="3300325" y="476675"/>
              <a:ext cx="84725" cy="254100"/>
            </a:xfrm>
            <a:custGeom>
              <a:avLst/>
              <a:gdLst/>
              <a:ahLst/>
              <a:cxnLst/>
              <a:rect l="l" t="t" r="r" b="b"/>
              <a:pathLst>
                <a:path w="3389" h="10164" extrusionOk="0">
                  <a:moveTo>
                    <a:pt x="567" y="1"/>
                  </a:moveTo>
                  <a:cubicBezTo>
                    <a:pt x="254" y="1"/>
                    <a:pt x="1" y="251"/>
                    <a:pt x="1" y="564"/>
                  </a:cubicBezTo>
                  <a:lnTo>
                    <a:pt x="1" y="9598"/>
                  </a:lnTo>
                  <a:cubicBezTo>
                    <a:pt x="1" y="9911"/>
                    <a:pt x="254" y="10164"/>
                    <a:pt x="567" y="10164"/>
                  </a:cubicBezTo>
                  <a:lnTo>
                    <a:pt x="2825" y="10164"/>
                  </a:lnTo>
                  <a:cubicBezTo>
                    <a:pt x="3136" y="10164"/>
                    <a:pt x="3389" y="9911"/>
                    <a:pt x="3389" y="9598"/>
                  </a:cubicBezTo>
                  <a:lnTo>
                    <a:pt x="3389" y="564"/>
                  </a:lnTo>
                  <a:cubicBezTo>
                    <a:pt x="3389" y="251"/>
                    <a:pt x="3136" y="1"/>
                    <a:pt x="282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 name="Google Shape;5202;p65">
              <a:extLst>
                <a:ext uri="{FF2B5EF4-FFF2-40B4-BE49-F238E27FC236}">
                  <a16:creationId xmlns:a16="http://schemas.microsoft.com/office/drawing/2014/main" id="{401393AA-CDD8-4E7F-8F7E-41D6C3F08DEA}"/>
                </a:ext>
              </a:extLst>
            </p:cNvPr>
            <p:cNvSpPr/>
            <p:nvPr/>
          </p:nvSpPr>
          <p:spPr>
            <a:xfrm>
              <a:off x="3413250" y="335525"/>
              <a:ext cx="320800" cy="395250"/>
            </a:xfrm>
            <a:custGeom>
              <a:avLst/>
              <a:gdLst/>
              <a:ahLst/>
              <a:cxnLst/>
              <a:rect l="l" t="t" r="r" b="b"/>
              <a:pathLst>
                <a:path w="12832" h="15810" extrusionOk="0">
                  <a:moveTo>
                    <a:pt x="3954" y="1"/>
                  </a:moveTo>
                  <a:cubicBezTo>
                    <a:pt x="3641" y="1"/>
                    <a:pt x="3388" y="254"/>
                    <a:pt x="3388" y="564"/>
                  </a:cubicBezTo>
                  <a:cubicBezTo>
                    <a:pt x="3388" y="1871"/>
                    <a:pt x="2879" y="4225"/>
                    <a:pt x="1922" y="5186"/>
                  </a:cubicBezTo>
                  <a:cubicBezTo>
                    <a:pt x="1274" y="5830"/>
                    <a:pt x="723" y="6065"/>
                    <a:pt x="1" y="6427"/>
                  </a:cubicBezTo>
                  <a:lnTo>
                    <a:pt x="1" y="14897"/>
                  </a:lnTo>
                  <a:cubicBezTo>
                    <a:pt x="1109" y="15268"/>
                    <a:pt x="2515" y="15810"/>
                    <a:pt x="4659" y="15810"/>
                  </a:cubicBezTo>
                  <a:lnTo>
                    <a:pt x="8351" y="15810"/>
                  </a:lnTo>
                  <a:cubicBezTo>
                    <a:pt x="9567" y="15810"/>
                    <a:pt x="10516" y="14680"/>
                    <a:pt x="10046" y="13491"/>
                  </a:cubicBezTo>
                  <a:cubicBezTo>
                    <a:pt x="11019" y="13226"/>
                    <a:pt x="11546" y="12172"/>
                    <a:pt x="11175" y="11233"/>
                  </a:cubicBezTo>
                  <a:cubicBezTo>
                    <a:pt x="12386" y="10901"/>
                    <a:pt x="12832" y="9408"/>
                    <a:pt x="11992" y="8468"/>
                  </a:cubicBezTo>
                  <a:cubicBezTo>
                    <a:pt x="12314" y="8107"/>
                    <a:pt x="12467" y="7625"/>
                    <a:pt x="12410" y="7143"/>
                  </a:cubicBezTo>
                  <a:cubicBezTo>
                    <a:pt x="12311" y="6267"/>
                    <a:pt x="11495" y="5647"/>
                    <a:pt x="10612" y="5647"/>
                  </a:cubicBezTo>
                  <a:lnTo>
                    <a:pt x="6213" y="5647"/>
                  </a:lnTo>
                  <a:cubicBezTo>
                    <a:pt x="6586" y="4975"/>
                    <a:pt x="6785" y="3081"/>
                    <a:pt x="6776" y="2307"/>
                  </a:cubicBezTo>
                  <a:cubicBezTo>
                    <a:pt x="6761" y="1027"/>
                    <a:pt x="5701" y="1"/>
                    <a:pt x="441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9" name="Google Shape;6519;p68">
            <a:extLst>
              <a:ext uri="{FF2B5EF4-FFF2-40B4-BE49-F238E27FC236}">
                <a16:creationId xmlns:a16="http://schemas.microsoft.com/office/drawing/2014/main" id="{1F8B5FBA-8DAF-450C-B4A1-99C12141FB00}"/>
              </a:ext>
            </a:extLst>
          </p:cNvPr>
          <p:cNvGrpSpPr/>
          <p:nvPr/>
        </p:nvGrpSpPr>
        <p:grpSpPr>
          <a:xfrm>
            <a:off x="7058811" y="1970199"/>
            <a:ext cx="354586" cy="352675"/>
            <a:chOff x="-35482200" y="3561225"/>
            <a:chExt cx="292225" cy="290650"/>
          </a:xfrm>
          <a:solidFill>
            <a:schemeClr val="bg1"/>
          </a:solidFill>
        </p:grpSpPr>
        <p:sp>
          <p:nvSpPr>
            <p:cNvPr id="70" name="Google Shape;6520;p68">
              <a:extLst>
                <a:ext uri="{FF2B5EF4-FFF2-40B4-BE49-F238E27FC236}">
                  <a16:creationId xmlns:a16="http://schemas.microsoft.com/office/drawing/2014/main" id="{D61BEBC7-BDE8-4C83-94CD-779BF2E44109}"/>
                </a:ext>
              </a:extLst>
            </p:cNvPr>
            <p:cNvSpPr/>
            <p:nvPr/>
          </p:nvSpPr>
          <p:spPr>
            <a:xfrm>
              <a:off x="-35482200" y="3749475"/>
              <a:ext cx="292225" cy="102400"/>
            </a:xfrm>
            <a:custGeom>
              <a:avLst/>
              <a:gdLst/>
              <a:ahLst/>
              <a:cxnLst/>
              <a:rect l="l" t="t" r="r" b="b"/>
              <a:pathLst>
                <a:path w="11689" h="4096" extrusionOk="0">
                  <a:moveTo>
                    <a:pt x="1701" y="0"/>
                  </a:moveTo>
                  <a:cubicBezTo>
                    <a:pt x="1040" y="0"/>
                    <a:pt x="473" y="315"/>
                    <a:pt x="63" y="819"/>
                  </a:cubicBezTo>
                  <a:cubicBezTo>
                    <a:pt x="0" y="945"/>
                    <a:pt x="0" y="1040"/>
                    <a:pt x="32" y="1166"/>
                  </a:cubicBezTo>
                  <a:cubicBezTo>
                    <a:pt x="63" y="1292"/>
                    <a:pt x="189" y="1355"/>
                    <a:pt x="347" y="1355"/>
                  </a:cubicBezTo>
                  <a:lnTo>
                    <a:pt x="1008" y="1355"/>
                  </a:lnTo>
                  <a:cubicBezTo>
                    <a:pt x="1418" y="1355"/>
                    <a:pt x="1670" y="1670"/>
                    <a:pt x="1670" y="2048"/>
                  </a:cubicBezTo>
                  <a:cubicBezTo>
                    <a:pt x="1670" y="2426"/>
                    <a:pt x="1355" y="2710"/>
                    <a:pt x="1008" y="2710"/>
                  </a:cubicBezTo>
                  <a:lnTo>
                    <a:pt x="347" y="2710"/>
                  </a:lnTo>
                  <a:cubicBezTo>
                    <a:pt x="221" y="2710"/>
                    <a:pt x="95" y="2773"/>
                    <a:pt x="32" y="2899"/>
                  </a:cubicBezTo>
                  <a:cubicBezTo>
                    <a:pt x="0" y="3025"/>
                    <a:pt x="0" y="3151"/>
                    <a:pt x="63" y="3245"/>
                  </a:cubicBezTo>
                  <a:cubicBezTo>
                    <a:pt x="410" y="3781"/>
                    <a:pt x="1040" y="4096"/>
                    <a:pt x="1701" y="4096"/>
                  </a:cubicBezTo>
                  <a:cubicBezTo>
                    <a:pt x="2615" y="4096"/>
                    <a:pt x="3371" y="3497"/>
                    <a:pt x="3655" y="2710"/>
                  </a:cubicBezTo>
                  <a:lnTo>
                    <a:pt x="8065" y="2710"/>
                  </a:lnTo>
                  <a:cubicBezTo>
                    <a:pt x="8317" y="3497"/>
                    <a:pt x="9073" y="4096"/>
                    <a:pt x="9987" y="4096"/>
                  </a:cubicBezTo>
                  <a:cubicBezTo>
                    <a:pt x="10649" y="4096"/>
                    <a:pt x="11247" y="3781"/>
                    <a:pt x="11594" y="3245"/>
                  </a:cubicBezTo>
                  <a:cubicBezTo>
                    <a:pt x="11688" y="3119"/>
                    <a:pt x="11688" y="3025"/>
                    <a:pt x="11625" y="2899"/>
                  </a:cubicBezTo>
                  <a:cubicBezTo>
                    <a:pt x="11594" y="2773"/>
                    <a:pt x="11468" y="2710"/>
                    <a:pt x="11310" y="2710"/>
                  </a:cubicBezTo>
                  <a:lnTo>
                    <a:pt x="10649" y="2710"/>
                  </a:lnTo>
                  <a:cubicBezTo>
                    <a:pt x="10271" y="2710"/>
                    <a:pt x="9987" y="2395"/>
                    <a:pt x="9987" y="2048"/>
                  </a:cubicBezTo>
                  <a:cubicBezTo>
                    <a:pt x="9987" y="1670"/>
                    <a:pt x="10302" y="1355"/>
                    <a:pt x="10649" y="1355"/>
                  </a:cubicBezTo>
                  <a:lnTo>
                    <a:pt x="11310" y="1355"/>
                  </a:lnTo>
                  <a:cubicBezTo>
                    <a:pt x="11436" y="1355"/>
                    <a:pt x="11562" y="1292"/>
                    <a:pt x="11625" y="1166"/>
                  </a:cubicBezTo>
                  <a:cubicBezTo>
                    <a:pt x="11688" y="1040"/>
                    <a:pt x="11688" y="945"/>
                    <a:pt x="11594" y="819"/>
                  </a:cubicBezTo>
                  <a:cubicBezTo>
                    <a:pt x="11247" y="315"/>
                    <a:pt x="10649" y="0"/>
                    <a:pt x="9987" y="0"/>
                  </a:cubicBezTo>
                  <a:cubicBezTo>
                    <a:pt x="9073" y="0"/>
                    <a:pt x="8349" y="567"/>
                    <a:pt x="8065" y="1355"/>
                  </a:cubicBezTo>
                  <a:lnTo>
                    <a:pt x="3655" y="1355"/>
                  </a:lnTo>
                  <a:cubicBezTo>
                    <a:pt x="3371" y="567"/>
                    <a:pt x="2615" y="0"/>
                    <a:pt x="170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6521;p68">
              <a:extLst>
                <a:ext uri="{FF2B5EF4-FFF2-40B4-BE49-F238E27FC236}">
                  <a16:creationId xmlns:a16="http://schemas.microsoft.com/office/drawing/2014/main" id="{F4A2A301-1F45-4A3D-9AB8-3240D961491B}"/>
                </a:ext>
              </a:extLst>
            </p:cNvPr>
            <p:cNvSpPr/>
            <p:nvPr/>
          </p:nvSpPr>
          <p:spPr>
            <a:xfrm>
              <a:off x="-35371150" y="3561225"/>
              <a:ext cx="68550" cy="68550"/>
            </a:xfrm>
            <a:custGeom>
              <a:avLst/>
              <a:gdLst/>
              <a:ahLst/>
              <a:cxnLst/>
              <a:rect l="l" t="t" r="r" b="b"/>
              <a:pathLst>
                <a:path w="2742" h="2742" extrusionOk="0">
                  <a:moveTo>
                    <a:pt x="1355" y="1"/>
                  </a:moveTo>
                  <a:cubicBezTo>
                    <a:pt x="630" y="1"/>
                    <a:pt x="0" y="631"/>
                    <a:pt x="0" y="1387"/>
                  </a:cubicBezTo>
                  <a:cubicBezTo>
                    <a:pt x="0" y="2111"/>
                    <a:pt x="630" y="2741"/>
                    <a:pt x="1355" y="2741"/>
                  </a:cubicBezTo>
                  <a:cubicBezTo>
                    <a:pt x="2111" y="2741"/>
                    <a:pt x="2741" y="2111"/>
                    <a:pt x="2741" y="1387"/>
                  </a:cubicBezTo>
                  <a:cubicBezTo>
                    <a:pt x="2741" y="631"/>
                    <a:pt x="2111" y="1"/>
                    <a:pt x="135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6522;p68">
              <a:extLst>
                <a:ext uri="{FF2B5EF4-FFF2-40B4-BE49-F238E27FC236}">
                  <a16:creationId xmlns:a16="http://schemas.microsoft.com/office/drawing/2014/main" id="{6609BA6B-15A6-4F84-83BD-BB5BF12EE645}"/>
                </a:ext>
              </a:extLst>
            </p:cNvPr>
            <p:cNvSpPr/>
            <p:nvPr/>
          </p:nvSpPr>
          <p:spPr>
            <a:xfrm>
              <a:off x="-35405025" y="3647075"/>
              <a:ext cx="136275" cy="119750"/>
            </a:xfrm>
            <a:custGeom>
              <a:avLst/>
              <a:gdLst/>
              <a:ahLst/>
              <a:cxnLst/>
              <a:rect l="l" t="t" r="r" b="b"/>
              <a:pathLst>
                <a:path w="5451" h="4790" extrusionOk="0">
                  <a:moveTo>
                    <a:pt x="2710" y="1"/>
                  </a:moveTo>
                  <a:cubicBezTo>
                    <a:pt x="1387" y="1"/>
                    <a:pt x="253" y="1009"/>
                    <a:pt x="32" y="2300"/>
                  </a:cubicBezTo>
                  <a:cubicBezTo>
                    <a:pt x="1" y="2521"/>
                    <a:pt x="158" y="2710"/>
                    <a:pt x="410" y="2710"/>
                  </a:cubicBezTo>
                  <a:lnTo>
                    <a:pt x="2395" y="2710"/>
                  </a:lnTo>
                  <a:lnTo>
                    <a:pt x="2395" y="4789"/>
                  </a:lnTo>
                  <a:lnTo>
                    <a:pt x="3088" y="4789"/>
                  </a:lnTo>
                  <a:lnTo>
                    <a:pt x="3088" y="2710"/>
                  </a:lnTo>
                  <a:lnTo>
                    <a:pt x="5073" y="2710"/>
                  </a:lnTo>
                  <a:cubicBezTo>
                    <a:pt x="5293" y="2710"/>
                    <a:pt x="5451" y="2521"/>
                    <a:pt x="5451" y="2300"/>
                  </a:cubicBezTo>
                  <a:cubicBezTo>
                    <a:pt x="5230" y="977"/>
                    <a:pt x="4096" y="1"/>
                    <a:pt x="271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35"/>
          <p:cNvSpPr/>
          <p:nvPr/>
        </p:nvSpPr>
        <p:spPr>
          <a:xfrm>
            <a:off x="1660512" y="3673575"/>
            <a:ext cx="1486200" cy="946200"/>
          </a:xfrm>
          <a:prstGeom prst="snip2DiagRect">
            <a:avLst>
              <a:gd name="adj1" fmla="val 0"/>
              <a:gd name="adj2" fmla="val 16667"/>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35"/>
          <p:cNvSpPr txBox="1"/>
          <p:nvPr/>
        </p:nvSpPr>
        <p:spPr>
          <a:xfrm>
            <a:off x="1611350" y="3991746"/>
            <a:ext cx="1601769" cy="39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b="1" dirty="0">
                <a:solidFill>
                  <a:schemeClr val="lt1"/>
                </a:solidFill>
                <a:latin typeface="Exo 2"/>
                <a:ea typeface="Exo 2"/>
                <a:cs typeface="Exo 2"/>
                <a:sym typeface="Exo 2"/>
              </a:rPr>
              <a:t>Administración sin servidores</a:t>
            </a:r>
            <a:endParaRPr b="1" dirty="0">
              <a:solidFill>
                <a:schemeClr val="lt1"/>
              </a:solidFill>
              <a:latin typeface="Exo 2"/>
              <a:ea typeface="Exo 2"/>
              <a:cs typeface="Exo 2"/>
              <a:sym typeface="Exo 2"/>
            </a:endParaRPr>
          </a:p>
        </p:txBody>
      </p:sp>
      <p:sp>
        <p:nvSpPr>
          <p:cNvPr id="198" name="Google Shape;198;p35"/>
          <p:cNvSpPr/>
          <p:nvPr/>
        </p:nvSpPr>
        <p:spPr>
          <a:xfrm>
            <a:off x="6046450" y="3673575"/>
            <a:ext cx="1486200" cy="946200"/>
          </a:xfrm>
          <a:prstGeom prst="snip2DiagRect">
            <a:avLst>
              <a:gd name="adj1" fmla="val 0"/>
              <a:gd name="adj2" fmla="val 16667"/>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35"/>
          <p:cNvSpPr txBox="1"/>
          <p:nvPr/>
        </p:nvSpPr>
        <p:spPr>
          <a:xfrm>
            <a:off x="6074200" y="3991746"/>
            <a:ext cx="1486200" cy="39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b="1" dirty="0">
                <a:solidFill>
                  <a:schemeClr val="lt1"/>
                </a:solidFill>
                <a:latin typeface="Exo 2"/>
                <a:ea typeface="Exo 2"/>
                <a:cs typeface="Exo 2"/>
                <a:sym typeface="Exo 2"/>
              </a:rPr>
              <a:t>Seguridad</a:t>
            </a:r>
            <a:endParaRPr b="1" dirty="0">
              <a:solidFill>
                <a:schemeClr val="lt1"/>
              </a:solidFill>
              <a:latin typeface="Exo 2"/>
              <a:ea typeface="Exo 2"/>
              <a:cs typeface="Exo 2"/>
              <a:sym typeface="Exo 2"/>
            </a:endParaRPr>
          </a:p>
        </p:txBody>
      </p:sp>
      <p:sp>
        <p:nvSpPr>
          <p:cNvPr id="201" name="Google Shape;201;p35"/>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Ventajas</a:t>
            </a:r>
            <a:endParaRPr dirty="0">
              <a:solidFill>
                <a:schemeClr val="dk2"/>
              </a:solidFill>
            </a:endParaRPr>
          </a:p>
        </p:txBody>
      </p:sp>
      <p:cxnSp>
        <p:nvCxnSpPr>
          <p:cNvPr id="202" name="Google Shape;202;p35"/>
          <p:cNvCxnSpPr/>
          <p:nvPr/>
        </p:nvCxnSpPr>
        <p:spPr>
          <a:xfrm rot="-5400000" flipH="1">
            <a:off x="4396930" y="2314525"/>
            <a:ext cx="360900" cy="600"/>
          </a:xfrm>
          <a:prstGeom prst="curvedConnector3">
            <a:avLst>
              <a:gd name="adj1" fmla="val 50000"/>
            </a:avLst>
          </a:prstGeom>
          <a:noFill/>
          <a:ln w="9525" cap="flat" cmpd="sng">
            <a:solidFill>
              <a:schemeClr val="dk1"/>
            </a:solidFill>
            <a:prstDash val="solid"/>
            <a:round/>
            <a:headEnd type="none" w="med" len="med"/>
            <a:tailEnd type="none" w="med" len="med"/>
          </a:ln>
        </p:spPr>
      </p:cxnSp>
      <p:sp>
        <p:nvSpPr>
          <p:cNvPr id="203" name="Google Shape;203;p35"/>
          <p:cNvSpPr/>
          <p:nvPr/>
        </p:nvSpPr>
        <p:spPr>
          <a:xfrm>
            <a:off x="3079550" y="2572350"/>
            <a:ext cx="3055500" cy="833700"/>
          </a:xfrm>
          <a:prstGeom prst="snip2DiagRect">
            <a:avLst>
              <a:gd name="adj1" fmla="val 0"/>
              <a:gd name="adj2"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35"/>
          <p:cNvSpPr/>
          <p:nvPr/>
        </p:nvSpPr>
        <p:spPr>
          <a:xfrm>
            <a:off x="3834350" y="1111125"/>
            <a:ext cx="1486200" cy="946200"/>
          </a:xfrm>
          <a:prstGeom prst="snip2DiagRect">
            <a:avLst>
              <a:gd name="adj1" fmla="val 0"/>
              <a:gd name="adj2" fmla="val 16667"/>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05" name="Google Shape;205;p35"/>
          <p:cNvCxnSpPr>
            <a:stCxn id="206" idx="0"/>
            <a:endCxn id="207" idx="0"/>
          </p:cNvCxnSpPr>
          <p:nvPr/>
        </p:nvCxnSpPr>
        <p:spPr>
          <a:xfrm rot="5400000">
            <a:off x="2408400" y="3002475"/>
            <a:ext cx="611100" cy="584700"/>
          </a:xfrm>
          <a:prstGeom prst="bentConnector3">
            <a:avLst>
              <a:gd name="adj1" fmla="val -691"/>
            </a:avLst>
          </a:prstGeom>
          <a:noFill/>
          <a:ln w="9525" cap="flat" cmpd="sng">
            <a:solidFill>
              <a:schemeClr val="dk1"/>
            </a:solidFill>
            <a:prstDash val="solid"/>
            <a:round/>
            <a:headEnd type="none" w="med" len="med"/>
            <a:tailEnd type="none" w="med" len="med"/>
          </a:ln>
        </p:spPr>
      </p:cxnSp>
      <p:cxnSp>
        <p:nvCxnSpPr>
          <p:cNvPr id="208" name="Google Shape;208;p35"/>
          <p:cNvCxnSpPr>
            <a:stCxn id="209" idx="2"/>
            <a:endCxn id="210" idx="0"/>
          </p:cNvCxnSpPr>
          <p:nvPr/>
        </p:nvCxnSpPr>
        <p:spPr>
          <a:xfrm>
            <a:off x="6211750" y="3040275"/>
            <a:ext cx="577800" cy="560100"/>
          </a:xfrm>
          <a:prstGeom prst="bentConnector3">
            <a:avLst>
              <a:gd name="adj1" fmla="val 99749"/>
            </a:avLst>
          </a:prstGeom>
          <a:noFill/>
          <a:ln w="9525" cap="flat" cmpd="sng">
            <a:solidFill>
              <a:schemeClr val="dk1"/>
            </a:solidFill>
            <a:prstDash val="solid"/>
            <a:round/>
            <a:headEnd type="none" w="med" len="med"/>
            <a:tailEnd type="none" w="med" len="med"/>
          </a:ln>
        </p:spPr>
      </p:cxnSp>
      <p:sp>
        <p:nvSpPr>
          <p:cNvPr id="211" name="Google Shape;211;p35"/>
          <p:cNvSpPr txBox="1"/>
          <p:nvPr/>
        </p:nvSpPr>
        <p:spPr>
          <a:xfrm>
            <a:off x="3856617" y="2902125"/>
            <a:ext cx="1430700" cy="39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b="1" dirty="0">
                <a:solidFill>
                  <a:schemeClr val="dk2"/>
                </a:solidFill>
                <a:latin typeface="Exo 2"/>
                <a:ea typeface="Exo 2"/>
                <a:cs typeface="Exo 2"/>
                <a:sym typeface="Exo 2"/>
              </a:rPr>
              <a:t>Google App Engine</a:t>
            </a:r>
            <a:endParaRPr b="1" dirty="0">
              <a:solidFill>
                <a:schemeClr val="dk2"/>
              </a:solidFill>
              <a:latin typeface="Exo 2"/>
              <a:ea typeface="Exo 2"/>
              <a:cs typeface="Exo 2"/>
              <a:sym typeface="Exo 2"/>
            </a:endParaRPr>
          </a:p>
        </p:txBody>
      </p:sp>
      <p:sp>
        <p:nvSpPr>
          <p:cNvPr id="213" name="Google Shape;213;p35"/>
          <p:cNvSpPr txBox="1"/>
          <p:nvPr/>
        </p:nvSpPr>
        <p:spPr>
          <a:xfrm>
            <a:off x="3856617" y="1506391"/>
            <a:ext cx="1430700" cy="39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s-MX" b="1" dirty="0">
                <a:solidFill>
                  <a:schemeClr val="lt1"/>
                </a:solidFill>
                <a:latin typeface="Exo 2"/>
                <a:ea typeface="Exo 2"/>
                <a:cs typeface="Exo 2"/>
                <a:sym typeface="Exo 2"/>
              </a:rPr>
              <a:t>Paga por lo que usas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cxnSp>
        <p:nvCxnSpPr>
          <p:cNvPr id="377" name="Google Shape;377;p43"/>
          <p:cNvCxnSpPr/>
          <p:nvPr/>
        </p:nvCxnSpPr>
        <p:spPr>
          <a:xfrm rot="10800000">
            <a:off x="7697530" y="2949500"/>
            <a:ext cx="1616700" cy="0"/>
          </a:xfrm>
          <a:prstGeom prst="straightConnector1">
            <a:avLst/>
          </a:prstGeom>
          <a:noFill/>
          <a:ln w="9525" cap="flat" cmpd="sng">
            <a:solidFill>
              <a:schemeClr val="dk1"/>
            </a:solidFill>
            <a:prstDash val="solid"/>
            <a:round/>
            <a:headEnd type="none" w="med" len="med"/>
            <a:tailEnd type="none" w="med" len="med"/>
          </a:ln>
        </p:spPr>
      </p:cxnSp>
      <p:cxnSp>
        <p:nvCxnSpPr>
          <p:cNvPr id="378" name="Google Shape;378;p43"/>
          <p:cNvCxnSpPr/>
          <p:nvPr/>
        </p:nvCxnSpPr>
        <p:spPr>
          <a:xfrm rot="10800000">
            <a:off x="-48642" y="2148175"/>
            <a:ext cx="1482000" cy="0"/>
          </a:xfrm>
          <a:prstGeom prst="straightConnector1">
            <a:avLst/>
          </a:prstGeom>
          <a:noFill/>
          <a:ln w="9525" cap="flat" cmpd="sng">
            <a:solidFill>
              <a:schemeClr val="dk1"/>
            </a:solidFill>
            <a:prstDash val="solid"/>
            <a:round/>
            <a:headEnd type="none" w="med" len="med"/>
            <a:tailEnd type="none" w="med" len="med"/>
          </a:ln>
        </p:spPr>
      </p:cxnSp>
      <p:sp>
        <p:nvSpPr>
          <p:cNvPr id="379" name="Google Shape;379;p43"/>
          <p:cNvSpPr/>
          <p:nvPr/>
        </p:nvSpPr>
        <p:spPr>
          <a:xfrm rot="-5400000" flipH="1">
            <a:off x="5399608" y="1821475"/>
            <a:ext cx="1975500" cy="2628900"/>
          </a:xfrm>
          <a:prstGeom prst="snip1Rect">
            <a:avLst>
              <a:gd name="adj" fmla="val 16667"/>
            </a:avLst>
          </a:prstGeom>
          <a:solidFill>
            <a:srgbClr val="AAFFEE">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43"/>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solidFill>
                  <a:schemeClr val="dk2"/>
                </a:solidFill>
              </a:rPr>
              <a:t>Planes</a:t>
            </a:r>
            <a:endParaRPr dirty="0">
              <a:solidFill>
                <a:schemeClr val="dk2"/>
              </a:solidFill>
            </a:endParaRPr>
          </a:p>
        </p:txBody>
      </p:sp>
      <p:sp>
        <p:nvSpPr>
          <p:cNvPr id="381" name="Google Shape;381;p43"/>
          <p:cNvSpPr/>
          <p:nvPr/>
        </p:nvSpPr>
        <p:spPr>
          <a:xfrm rot="5400000">
            <a:off x="1759800" y="1039900"/>
            <a:ext cx="1975500" cy="2631000"/>
          </a:xfrm>
          <a:prstGeom prst="snip1Rect">
            <a:avLst>
              <a:gd name="adj" fmla="val 16667"/>
            </a:avLst>
          </a:prstGeom>
          <a:solidFill>
            <a:srgbClr val="AAFFEE">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43"/>
          <p:cNvSpPr txBox="1">
            <a:spLocks noGrp="1"/>
          </p:cNvSpPr>
          <p:nvPr>
            <p:ph type="ctrTitle" idx="2"/>
          </p:nvPr>
        </p:nvSpPr>
        <p:spPr>
          <a:xfrm>
            <a:off x="1539817" y="1564319"/>
            <a:ext cx="1257900" cy="427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solidFill>
                  <a:schemeClr val="lt2"/>
                </a:solidFill>
              </a:rPr>
              <a:t>Standard Enviroment</a:t>
            </a:r>
            <a:endParaRPr dirty="0">
              <a:solidFill>
                <a:schemeClr val="lt2"/>
              </a:solidFill>
            </a:endParaRPr>
          </a:p>
        </p:txBody>
      </p:sp>
      <p:sp>
        <p:nvSpPr>
          <p:cNvPr id="383" name="Google Shape;383;p43"/>
          <p:cNvSpPr txBox="1">
            <a:spLocks noGrp="1"/>
          </p:cNvSpPr>
          <p:nvPr>
            <p:ph type="subTitle" idx="1"/>
          </p:nvPr>
        </p:nvSpPr>
        <p:spPr>
          <a:xfrm>
            <a:off x="1719067" y="1991981"/>
            <a:ext cx="2157300" cy="100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MX" dirty="0">
                <a:solidFill>
                  <a:schemeClr val="lt2"/>
                </a:solidFill>
              </a:rPr>
              <a:t>Solo tiene posibilidad de programación con C#, Java, Python, PHP y GO. No Permite accesos a disco usando esto lenguajes, a cambio, los costes son más económicos.</a:t>
            </a:r>
            <a:endParaRPr lang="en-US" dirty="0">
              <a:solidFill>
                <a:schemeClr val="lt2"/>
              </a:solidFill>
            </a:endParaRPr>
          </a:p>
        </p:txBody>
      </p:sp>
      <p:sp>
        <p:nvSpPr>
          <p:cNvPr id="384" name="Google Shape;384;p43"/>
          <p:cNvSpPr txBox="1">
            <a:spLocks noGrp="1"/>
          </p:cNvSpPr>
          <p:nvPr>
            <p:ph type="ctrTitle" idx="3"/>
          </p:nvPr>
        </p:nvSpPr>
        <p:spPr>
          <a:xfrm>
            <a:off x="5837269" y="2279831"/>
            <a:ext cx="1780500" cy="4275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solidFill>
                  <a:schemeClr val="lt2"/>
                </a:solidFill>
              </a:rPr>
              <a:t>Flexible enviroment</a:t>
            </a:r>
            <a:endParaRPr dirty="0">
              <a:solidFill>
                <a:schemeClr val="lt2"/>
              </a:solidFill>
            </a:endParaRPr>
          </a:p>
        </p:txBody>
      </p:sp>
      <p:sp>
        <p:nvSpPr>
          <p:cNvPr id="385" name="Google Shape;385;p43"/>
          <p:cNvSpPr txBox="1">
            <a:spLocks noGrp="1"/>
          </p:cNvSpPr>
          <p:nvPr>
            <p:ph type="subTitle" idx="4"/>
          </p:nvPr>
        </p:nvSpPr>
        <p:spPr>
          <a:xfrm>
            <a:off x="4990893" y="2634325"/>
            <a:ext cx="2406323" cy="10032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s-MX" dirty="0">
                <a:solidFill>
                  <a:schemeClr val="lt2"/>
                </a:solidFill>
              </a:rPr>
              <a:t>Puede implementar cualquier lenguaje de programación mediante contenedores Docker, permitiendo mayor control sobre la aplicación. Los costes son proporcionales al consumo de CPU.</a:t>
            </a:r>
            <a:endParaRPr dirty="0">
              <a:solidFill>
                <a:schemeClr val="lt2"/>
              </a:solidFill>
            </a:endParaRPr>
          </a:p>
        </p:txBody>
      </p:sp>
    </p:spTree>
  </p:cSld>
  <p:clrMapOvr>
    <a:masterClrMapping/>
  </p:clrMapOvr>
</p:sld>
</file>

<file path=ppt/theme/theme1.xml><?xml version="1.0" encoding="utf-8"?>
<a:theme xmlns:a="http://schemas.openxmlformats.org/drawingml/2006/main" name="Tech Newsletter by Slidesgo">
  <a:themeElements>
    <a:clrScheme name="Simple Light">
      <a:dk1>
        <a:srgbClr val="AAFFEE"/>
      </a:dk1>
      <a:lt1>
        <a:srgbClr val="05214A"/>
      </a:lt1>
      <a:dk2>
        <a:srgbClr val="00FFCD"/>
      </a:dk2>
      <a:lt2>
        <a:srgbClr val="FFFFFF"/>
      </a:lt2>
      <a:accent1>
        <a:srgbClr val="98FFEA"/>
      </a:accent1>
      <a:accent2>
        <a:srgbClr val="62F8DA"/>
      </a:accent2>
      <a:accent3>
        <a:srgbClr val="28497A"/>
      </a:accent3>
      <a:accent4>
        <a:srgbClr val="1A4079"/>
      </a:accent4>
      <a:accent5>
        <a:srgbClr val="041B3D"/>
      </a:accent5>
      <a:accent6>
        <a:srgbClr val="092A5C"/>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280</Words>
  <Application>Microsoft Office PowerPoint</Application>
  <PresentationFormat>Presentación en pantalla (16:9)</PresentationFormat>
  <Paragraphs>23</Paragraphs>
  <Slides>6</Slides>
  <Notes>6</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6</vt:i4>
      </vt:variant>
    </vt:vector>
  </HeadingPairs>
  <TitlesOfParts>
    <vt:vector size="13" baseType="lpstr">
      <vt:lpstr>Exo 2</vt:lpstr>
      <vt:lpstr>Arial</vt:lpstr>
      <vt:lpstr>Fira Sans Extra Condensed Medium</vt:lpstr>
      <vt:lpstr>Roboto Condensed Light</vt:lpstr>
      <vt:lpstr>Squada One</vt:lpstr>
      <vt:lpstr>Roboto</vt:lpstr>
      <vt:lpstr>Tech Newsletter by Slidesgo</vt:lpstr>
      <vt:lpstr>GOOGLE APP ENGINE</vt:lpstr>
      <vt:lpstr>¿Qué es Google App Engine?</vt:lpstr>
      <vt:lpstr>Google App Engine</vt:lpstr>
      <vt:lpstr>Caracteristicas</vt:lpstr>
      <vt:lpstr>Ventajas</vt:lpstr>
      <vt:lpstr>Planes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GOOGLE APP ENGINE</dc:title>
  <cp:lastModifiedBy>Hector Camberos</cp:lastModifiedBy>
  <cp:revision>1</cp:revision>
  <dcterms:modified xsi:type="dcterms:W3CDTF">2022-03-03T04:11:37Z</dcterms:modified>
</cp:coreProperties>
</file>